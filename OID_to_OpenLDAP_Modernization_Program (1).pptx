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76" r:id="rId5"/>
    <p:sldId id="275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69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0" d="100"/>
          <a:sy n="300" d="100"/>
        </p:scale>
        <p:origin x="-1236" y="-3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25E3A-524E-4827-B38F-FD618B3932B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A8C4E6-9287-4EA1-9EC0-A863732FF2CF}">
      <dgm:prSet/>
      <dgm:spPr/>
      <dgm:t>
        <a:bodyPr/>
        <a:lstStyle/>
        <a:p>
          <a:pPr>
            <a:defRPr b="1"/>
          </a:pPr>
          <a:r>
            <a:rPr lang="en-US" b="1"/>
            <a:t>Objective: </a:t>
          </a:r>
          <a:endParaRPr lang="en-US"/>
        </a:p>
      </dgm:t>
    </dgm:pt>
    <dgm:pt modelId="{B9F88E40-0C3A-4B33-996B-9EB86E973117}" type="parTrans" cxnId="{850BEB9F-D9FF-49EF-A33C-843CDE49D608}">
      <dgm:prSet/>
      <dgm:spPr/>
      <dgm:t>
        <a:bodyPr/>
        <a:lstStyle/>
        <a:p>
          <a:endParaRPr lang="en-US"/>
        </a:p>
      </dgm:t>
    </dgm:pt>
    <dgm:pt modelId="{C5DBB11A-CB25-4780-8F43-6A7BBCD5AA52}" type="sibTrans" cxnId="{850BEB9F-D9FF-49EF-A33C-843CDE49D608}">
      <dgm:prSet/>
      <dgm:spPr/>
      <dgm:t>
        <a:bodyPr/>
        <a:lstStyle/>
        <a:p>
          <a:endParaRPr lang="en-US"/>
        </a:p>
      </dgm:t>
    </dgm:pt>
    <dgm:pt modelId="{B854D842-85D0-47E1-A15B-A0D185D158AF}">
      <dgm:prSet/>
      <dgm:spPr/>
      <dgm:t>
        <a:bodyPr/>
        <a:lstStyle/>
        <a:p>
          <a:r>
            <a:rPr lang="en-US"/>
            <a:t>-Replace OID, OAM, SSO, FCDB, and SSO Admin Tools with a modern OpenLDAP-based platform to</a:t>
          </a:r>
        </a:p>
      </dgm:t>
    </dgm:pt>
    <dgm:pt modelId="{665FEE50-541C-48F2-9BD9-12EAA3D55D63}" type="parTrans" cxnId="{421FFDF9-1DAC-49D6-9696-911B5C75B1D5}">
      <dgm:prSet/>
      <dgm:spPr/>
      <dgm:t>
        <a:bodyPr/>
        <a:lstStyle/>
        <a:p>
          <a:endParaRPr lang="en-US"/>
        </a:p>
      </dgm:t>
    </dgm:pt>
    <dgm:pt modelId="{EA14C9EC-F44B-4B9E-AFF1-14C7256C1189}" type="sibTrans" cxnId="{421FFDF9-1DAC-49D6-9696-911B5C75B1D5}">
      <dgm:prSet/>
      <dgm:spPr/>
      <dgm:t>
        <a:bodyPr/>
        <a:lstStyle/>
        <a:p>
          <a:endParaRPr lang="en-US"/>
        </a:p>
      </dgm:t>
    </dgm:pt>
    <dgm:pt modelId="{DDE5908C-EDF1-40B0-9356-FE69481CD89E}">
      <dgm:prSet/>
      <dgm:spPr/>
      <dgm:t>
        <a:bodyPr/>
        <a:lstStyle/>
        <a:p>
          <a:r>
            <a:rPr lang="en-US" dirty="0"/>
            <a:t>Simplify identity architecture and reduce operational complexity</a:t>
          </a:r>
        </a:p>
      </dgm:t>
    </dgm:pt>
    <dgm:pt modelId="{6C919C15-9BAE-4C29-AA10-690B6D45074F}" type="parTrans" cxnId="{0DAA29A3-FFDC-4EFD-B6D0-BE154E0D6867}">
      <dgm:prSet/>
      <dgm:spPr/>
      <dgm:t>
        <a:bodyPr/>
        <a:lstStyle/>
        <a:p>
          <a:endParaRPr lang="en-US"/>
        </a:p>
      </dgm:t>
    </dgm:pt>
    <dgm:pt modelId="{95BFE859-914F-4E4D-A2CB-8D4982D17D7F}" type="sibTrans" cxnId="{0DAA29A3-FFDC-4EFD-B6D0-BE154E0D6867}">
      <dgm:prSet/>
      <dgm:spPr/>
      <dgm:t>
        <a:bodyPr/>
        <a:lstStyle/>
        <a:p>
          <a:endParaRPr lang="en-US"/>
        </a:p>
      </dgm:t>
    </dgm:pt>
    <dgm:pt modelId="{CCC5B52A-C695-4E50-BB85-2AEFC800CA39}">
      <dgm:prSet/>
      <dgm:spPr/>
      <dgm:t>
        <a:bodyPr/>
        <a:lstStyle/>
        <a:p>
          <a:r>
            <a:rPr lang="en-US" dirty="0"/>
            <a:t>Improve security posture with modern encryption and hashing</a:t>
          </a:r>
        </a:p>
      </dgm:t>
    </dgm:pt>
    <dgm:pt modelId="{AFE9CB46-6780-4CA5-AEA9-D7CBACE832AF}" type="parTrans" cxnId="{436B5DBA-6CD8-4B2E-BB4F-58BFB21A4D19}">
      <dgm:prSet/>
      <dgm:spPr/>
      <dgm:t>
        <a:bodyPr/>
        <a:lstStyle/>
        <a:p>
          <a:endParaRPr lang="en-US"/>
        </a:p>
      </dgm:t>
    </dgm:pt>
    <dgm:pt modelId="{EBA7B81D-A3C8-4F46-86EB-EB5A86FF422A}" type="sibTrans" cxnId="{436B5DBA-6CD8-4B2E-BB4F-58BFB21A4D19}">
      <dgm:prSet/>
      <dgm:spPr/>
      <dgm:t>
        <a:bodyPr/>
        <a:lstStyle/>
        <a:p>
          <a:endParaRPr lang="en-US"/>
        </a:p>
      </dgm:t>
    </dgm:pt>
    <dgm:pt modelId="{96DAD335-D404-46BD-8BDD-1D46ADE22E9A}">
      <dgm:prSet/>
      <dgm:spPr/>
      <dgm:t>
        <a:bodyPr/>
        <a:lstStyle/>
        <a:p>
          <a:pPr>
            <a:defRPr b="1"/>
          </a:pPr>
          <a:r>
            <a:rPr lang="en-US" b="1"/>
            <a:t>Status:</a:t>
          </a:r>
          <a:endParaRPr lang="en-US"/>
        </a:p>
      </dgm:t>
    </dgm:pt>
    <dgm:pt modelId="{1D2AD919-3F02-4970-B346-45A4E791CE51}" type="parTrans" cxnId="{E55CA067-8487-4ED4-91C4-834E62BF3900}">
      <dgm:prSet/>
      <dgm:spPr/>
      <dgm:t>
        <a:bodyPr/>
        <a:lstStyle/>
        <a:p>
          <a:endParaRPr lang="en-US"/>
        </a:p>
      </dgm:t>
    </dgm:pt>
    <dgm:pt modelId="{D49F6326-59BE-4160-95CA-E9570F7C327F}" type="sibTrans" cxnId="{E55CA067-8487-4ED4-91C4-834E62BF3900}">
      <dgm:prSet/>
      <dgm:spPr/>
      <dgm:t>
        <a:bodyPr/>
        <a:lstStyle/>
        <a:p>
          <a:endParaRPr lang="en-US"/>
        </a:p>
      </dgm:t>
    </dgm:pt>
    <dgm:pt modelId="{4085C0A4-B3ED-40FE-9784-F6A801B66BEC}">
      <dgm:prSet/>
      <dgm:spPr/>
      <dgm:t>
        <a:bodyPr/>
        <a:lstStyle/>
        <a:p>
          <a:r>
            <a:rPr lang="en-US" kern="1200">
              <a:latin typeface="Calibri" panose="020F0502020204030204"/>
              <a:ea typeface="+mn-ea"/>
              <a:cs typeface="+mn-cs"/>
            </a:rPr>
            <a:t>-90% Analysis completed </a:t>
          </a:r>
        </a:p>
      </dgm:t>
    </dgm:pt>
    <dgm:pt modelId="{266F7F9A-1632-457B-A8D3-9E0BC14DB2A9}" type="parTrans" cxnId="{7EF0BF19-2465-422B-9A0E-43DEB3688258}">
      <dgm:prSet/>
      <dgm:spPr/>
      <dgm:t>
        <a:bodyPr/>
        <a:lstStyle/>
        <a:p>
          <a:endParaRPr lang="en-US"/>
        </a:p>
      </dgm:t>
    </dgm:pt>
    <dgm:pt modelId="{010A7954-9F6E-4590-9FB7-DC41B1A46444}" type="sibTrans" cxnId="{7EF0BF19-2465-422B-9A0E-43DEB3688258}">
      <dgm:prSet/>
      <dgm:spPr/>
      <dgm:t>
        <a:bodyPr/>
        <a:lstStyle/>
        <a:p>
          <a:endParaRPr lang="en-US"/>
        </a:p>
      </dgm:t>
    </dgm:pt>
    <dgm:pt modelId="{69E04CF3-18F5-4C55-9B12-D88C62435807}">
      <dgm:prSet/>
      <dgm:spPr/>
      <dgm:t>
        <a:bodyPr/>
        <a:lstStyle/>
        <a:p>
          <a:r>
            <a:rPr lang="en-US" kern="1200">
              <a:latin typeface="Calibri" panose="020F0502020204030204"/>
              <a:ea typeface="+mn-ea"/>
              <a:cs typeface="+mn-cs"/>
            </a:rPr>
            <a:t>-Architecture implemented in the development environment .</a:t>
          </a:r>
        </a:p>
        <a:p>
          <a:r>
            <a:rPr lang="en-US" kern="1200">
              <a:latin typeface="Calibri" panose="020F0502020204030204"/>
              <a:ea typeface="+mn-ea"/>
              <a:cs typeface="+mn-cs"/>
            </a:rPr>
            <a:t>-POC for migration completed </a:t>
          </a:r>
        </a:p>
        <a:p>
          <a:r>
            <a:rPr lang="en-US" kern="1200">
              <a:latin typeface="Calibri" panose="020F0502020204030204"/>
              <a:ea typeface="+mn-ea"/>
              <a:cs typeface="+mn-cs"/>
            </a:rPr>
            <a:t>-Design 70%</a:t>
          </a:r>
        </a:p>
      </dgm:t>
    </dgm:pt>
    <dgm:pt modelId="{53F300D3-F23C-4EFB-899E-C610E3C1183A}" type="parTrans" cxnId="{B26149A1-ECA1-4852-AAB1-8520A4286950}">
      <dgm:prSet/>
      <dgm:spPr/>
      <dgm:t>
        <a:bodyPr/>
        <a:lstStyle/>
        <a:p>
          <a:endParaRPr lang="en-US"/>
        </a:p>
      </dgm:t>
    </dgm:pt>
    <dgm:pt modelId="{16008439-C78D-4133-A764-7A8A219486F7}" type="sibTrans" cxnId="{B26149A1-ECA1-4852-AAB1-8520A4286950}">
      <dgm:prSet/>
      <dgm:spPr/>
      <dgm:t>
        <a:bodyPr/>
        <a:lstStyle/>
        <a:p>
          <a:endParaRPr lang="en-US"/>
        </a:p>
      </dgm:t>
    </dgm:pt>
    <dgm:pt modelId="{3E706090-078E-40CB-B78F-A40F6338A84C}" type="pres">
      <dgm:prSet presAssocID="{84325E3A-524E-4827-B38F-FD618B3932B6}" presName="root" presStyleCnt="0">
        <dgm:presLayoutVars>
          <dgm:dir/>
          <dgm:resizeHandles val="exact"/>
        </dgm:presLayoutVars>
      </dgm:prSet>
      <dgm:spPr/>
    </dgm:pt>
    <dgm:pt modelId="{F79F6AD3-5253-4D6C-9234-B18CFA7C4871}" type="pres">
      <dgm:prSet presAssocID="{D9A8C4E6-9287-4EA1-9EC0-A863732FF2CF}" presName="compNode" presStyleCnt="0"/>
      <dgm:spPr/>
    </dgm:pt>
    <dgm:pt modelId="{7701C8C9-F63E-4278-84FC-99329334991B}" type="pres">
      <dgm:prSet presAssocID="{D9A8C4E6-9287-4EA1-9EC0-A863732FF2C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FFE3D58-CC93-45EE-A0BC-03C229534F02}" type="pres">
      <dgm:prSet presAssocID="{D9A8C4E6-9287-4EA1-9EC0-A863732FF2CF}" presName="iconSpace" presStyleCnt="0"/>
      <dgm:spPr/>
    </dgm:pt>
    <dgm:pt modelId="{29B79C1E-4788-44C4-93E9-B9F55BCD3916}" type="pres">
      <dgm:prSet presAssocID="{D9A8C4E6-9287-4EA1-9EC0-A863732FF2CF}" presName="parTx" presStyleLbl="revTx" presStyleIdx="0" presStyleCnt="4">
        <dgm:presLayoutVars>
          <dgm:chMax val="0"/>
          <dgm:chPref val="0"/>
        </dgm:presLayoutVars>
      </dgm:prSet>
      <dgm:spPr/>
    </dgm:pt>
    <dgm:pt modelId="{6609416F-23D3-4311-B563-B7B4E58A930F}" type="pres">
      <dgm:prSet presAssocID="{D9A8C4E6-9287-4EA1-9EC0-A863732FF2CF}" presName="txSpace" presStyleCnt="0"/>
      <dgm:spPr/>
    </dgm:pt>
    <dgm:pt modelId="{920D1534-F600-4162-8215-94F8B8F72E3D}" type="pres">
      <dgm:prSet presAssocID="{D9A8C4E6-9287-4EA1-9EC0-A863732FF2CF}" presName="desTx" presStyleLbl="revTx" presStyleIdx="1" presStyleCnt="4">
        <dgm:presLayoutVars/>
      </dgm:prSet>
      <dgm:spPr/>
    </dgm:pt>
    <dgm:pt modelId="{DE88121C-78E6-4FA5-8BCD-1267B5D1AD83}" type="pres">
      <dgm:prSet presAssocID="{C5DBB11A-CB25-4780-8F43-6A7BBCD5AA52}" presName="sibTrans" presStyleCnt="0"/>
      <dgm:spPr/>
    </dgm:pt>
    <dgm:pt modelId="{9960B325-6348-4340-9777-AA6F10D48AAB}" type="pres">
      <dgm:prSet presAssocID="{96DAD335-D404-46BD-8BDD-1D46ADE22E9A}" presName="compNode" presStyleCnt="0"/>
      <dgm:spPr/>
    </dgm:pt>
    <dgm:pt modelId="{30C93909-F0A5-4D0D-B2A8-A74C3CA0F007}" type="pres">
      <dgm:prSet presAssocID="{96DAD335-D404-46BD-8BDD-1D46ADE22E9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296546-5EE9-4D43-BB31-CE5152229453}" type="pres">
      <dgm:prSet presAssocID="{96DAD335-D404-46BD-8BDD-1D46ADE22E9A}" presName="iconSpace" presStyleCnt="0"/>
      <dgm:spPr/>
    </dgm:pt>
    <dgm:pt modelId="{396BDFA6-A59C-4C95-BFFD-70A127D7B8E5}" type="pres">
      <dgm:prSet presAssocID="{96DAD335-D404-46BD-8BDD-1D46ADE22E9A}" presName="parTx" presStyleLbl="revTx" presStyleIdx="2" presStyleCnt="4">
        <dgm:presLayoutVars>
          <dgm:chMax val="0"/>
          <dgm:chPref val="0"/>
        </dgm:presLayoutVars>
      </dgm:prSet>
      <dgm:spPr/>
    </dgm:pt>
    <dgm:pt modelId="{71B186ED-41CB-43B2-82C9-C94CC2A103B3}" type="pres">
      <dgm:prSet presAssocID="{96DAD335-D404-46BD-8BDD-1D46ADE22E9A}" presName="txSpace" presStyleCnt="0"/>
      <dgm:spPr/>
    </dgm:pt>
    <dgm:pt modelId="{104F656C-89C1-4B4A-B724-79B6C336F4E2}" type="pres">
      <dgm:prSet presAssocID="{96DAD335-D404-46BD-8BDD-1D46ADE22E9A}" presName="desTx" presStyleLbl="revTx" presStyleIdx="3" presStyleCnt="4">
        <dgm:presLayoutVars/>
      </dgm:prSet>
      <dgm:spPr/>
    </dgm:pt>
  </dgm:ptLst>
  <dgm:cxnLst>
    <dgm:cxn modelId="{7EF0BF19-2465-422B-9A0E-43DEB3688258}" srcId="{96DAD335-D404-46BD-8BDD-1D46ADE22E9A}" destId="{4085C0A4-B3ED-40FE-9784-F6A801B66BEC}" srcOrd="0" destOrd="0" parTransId="{266F7F9A-1632-457B-A8D3-9E0BC14DB2A9}" sibTransId="{010A7954-9F6E-4590-9FB7-DC41B1A46444}"/>
    <dgm:cxn modelId="{BBB45A47-58BC-4974-A624-661526794CB1}" type="presOf" srcId="{96DAD335-D404-46BD-8BDD-1D46ADE22E9A}" destId="{396BDFA6-A59C-4C95-BFFD-70A127D7B8E5}" srcOrd="0" destOrd="0" presId="urn:microsoft.com/office/officeart/2018/2/layout/IconLabelDescriptionList"/>
    <dgm:cxn modelId="{E55CA067-8487-4ED4-91C4-834E62BF3900}" srcId="{84325E3A-524E-4827-B38F-FD618B3932B6}" destId="{96DAD335-D404-46BD-8BDD-1D46ADE22E9A}" srcOrd="1" destOrd="0" parTransId="{1D2AD919-3F02-4970-B346-45A4E791CE51}" sibTransId="{D49F6326-59BE-4160-95CA-E9570F7C327F}"/>
    <dgm:cxn modelId="{C8526770-E1E0-461B-BCE8-0536D9E77E1C}" type="presOf" srcId="{DDE5908C-EDF1-40B0-9356-FE69481CD89E}" destId="{920D1534-F600-4162-8215-94F8B8F72E3D}" srcOrd="0" destOrd="1" presId="urn:microsoft.com/office/officeart/2018/2/layout/IconLabelDescriptionList"/>
    <dgm:cxn modelId="{3FF99457-7E24-41FA-B368-9249FE3D9F63}" type="presOf" srcId="{CCC5B52A-C695-4E50-BB85-2AEFC800CA39}" destId="{920D1534-F600-4162-8215-94F8B8F72E3D}" srcOrd="0" destOrd="2" presId="urn:microsoft.com/office/officeart/2018/2/layout/IconLabelDescriptionList"/>
    <dgm:cxn modelId="{D1D0E58E-1E87-4560-A928-D076439126A0}" type="presOf" srcId="{B854D842-85D0-47E1-A15B-A0D185D158AF}" destId="{920D1534-F600-4162-8215-94F8B8F72E3D}" srcOrd="0" destOrd="0" presId="urn:microsoft.com/office/officeart/2018/2/layout/IconLabelDescriptionList"/>
    <dgm:cxn modelId="{850BEB9F-D9FF-49EF-A33C-843CDE49D608}" srcId="{84325E3A-524E-4827-B38F-FD618B3932B6}" destId="{D9A8C4E6-9287-4EA1-9EC0-A863732FF2CF}" srcOrd="0" destOrd="0" parTransId="{B9F88E40-0C3A-4B33-996B-9EB86E973117}" sibTransId="{C5DBB11A-CB25-4780-8F43-6A7BBCD5AA52}"/>
    <dgm:cxn modelId="{B26149A1-ECA1-4852-AAB1-8520A4286950}" srcId="{96DAD335-D404-46BD-8BDD-1D46ADE22E9A}" destId="{69E04CF3-18F5-4C55-9B12-D88C62435807}" srcOrd="1" destOrd="0" parTransId="{53F300D3-F23C-4EFB-899E-C610E3C1183A}" sibTransId="{16008439-C78D-4133-A764-7A8A219486F7}"/>
    <dgm:cxn modelId="{0DAA29A3-FFDC-4EFD-B6D0-BE154E0D6867}" srcId="{B854D842-85D0-47E1-A15B-A0D185D158AF}" destId="{DDE5908C-EDF1-40B0-9356-FE69481CD89E}" srcOrd="0" destOrd="0" parTransId="{6C919C15-9BAE-4C29-AA10-690B6D45074F}" sibTransId="{95BFE859-914F-4E4D-A2CB-8D4982D17D7F}"/>
    <dgm:cxn modelId="{436B5DBA-6CD8-4B2E-BB4F-58BFB21A4D19}" srcId="{B854D842-85D0-47E1-A15B-A0D185D158AF}" destId="{CCC5B52A-C695-4E50-BB85-2AEFC800CA39}" srcOrd="1" destOrd="0" parTransId="{AFE9CB46-6780-4CA5-AEA9-D7CBACE832AF}" sibTransId="{EBA7B81D-A3C8-4F46-86EB-EB5A86FF422A}"/>
    <dgm:cxn modelId="{886D1BC3-70E8-44AC-946A-27BCB562935B}" type="presOf" srcId="{69E04CF3-18F5-4C55-9B12-D88C62435807}" destId="{104F656C-89C1-4B4A-B724-79B6C336F4E2}" srcOrd="0" destOrd="1" presId="urn:microsoft.com/office/officeart/2018/2/layout/IconLabelDescriptionList"/>
    <dgm:cxn modelId="{F70162CB-8A48-4757-AFAD-CA008927F629}" type="presOf" srcId="{4085C0A4-B3ED-40FE-9784-F6A801B66BEC}" destId="{104F656C-89C1-4B4A-B724-79B6C336F4E2}" srcOrd="0" destOrd="0" presId="urn:microsoft.com/office/officeart/2018/2/layout/IconLabelDescriptionList"/>
    <dgm:cxn modelId="{0F07B6E4-3A50-4090-B682-3DC6D35F089E}" type="presOf" srcId="{D9A8C4E6-9287-4EA1-9EC0-A863732FF2CF}" destId="{29B79C1E-4788-44C4-93E9-B9F55BCD3916}" srcOrd="0" destOrd="0" presId="urn:microsoft.com/office/officeart/2018/2/layout/IconLabelDescriptionList"/>
    <dgm:cxn modelId="{CD2091F5-694A-4771-8A39-CB6BC41158EB}" type="presOf" srcId="{84325E3A-524E-4827-B38F-FD618B3932B6}" destId="{3E706090-078E-40CB-B78F-A40F6338A84C}" srcOrd="0" destOrd="0" presId="urn:microsoft.com/office/officeart/2018/2/layout/IconLabelDescriptionList"/>
    <dgm:cxn modelId="{421FFDF9-1DAC-49D6-9696-911B5C75B1D5}" srcId="{D9A8C4E6-9287-4EA1-9EC0-A863732FF2CF}" destId="{B854D842-85D0-47E1-A15B-A0D185D158AF}" srcOrd="0" destOrd="0" parTransId="{665FEE50-541C-48F2-9BD9-12EAA3D55D63}" sibTransId="{EA14C9EC-F44B-4B9E-AFF1-14C7256C1189}"/>
    <dgm:cxn modelId="{A60C635D-6869-4DED-B52F-B9C4C7F6C32B}" type="presParOf" srcId="{3E706090-078E-40CB-B78F-A40F6338A84C}" destId="{F79F6AD3-5253-4D6C-9234-B18CFA7C4871}" srcOrd="0" destOrd="0" presId="urn:microsoft.com/office/officeart/2018/2/layout/IconLabelDescriptionList"/>
    <dgm:cxn modelId="{3C79AC6B-2499-42A7-9F0C-3A6E2DBE2BBD}" type="presParOf" srcId="{F79F6AD3-5253-4D6C-9234-B18CFA7C4871}" destId="{7701C8C9-F63E-4278-84FC-99329334991B}" srcOrd="0" destOrd="0" presId="urn:microsoft.com/office/officeart/2018/2/layout/IconLabelDescriptionList"/>
    <dgm:cxn modelId="{1D49339F-10A0-4DD1-B7E8-23F2694AB67B}" type="presParOf" srcId="{F79F6AD3-5253-4D6C-9234-B18CFA7C4871}" destId="{DFFE3D58-CC93-45EE-A0BC-03C229534F02}" srcOrd="1" destOrd="0" presId="urn:microsoft.com/office/officeart/2018/2/layout/IconLabelDescriptionList"/>
    <dgm:cxn modelId="{09BC3FD8-1EAA-41F1-8533-22697D148D70}" type="presParOf" srcId="{F79F6AD3-5253-4D6C-9234-B18CFA7C4871}" destId="{29B79C1E-4788-44C4-93E9-B9F55BCD3916}" srcOrd="2" destOrd="0" presId="urn:microsoft.com/office/officeart/2018/2/layout/IconLabelDescriptionList"/>
    <dgm:cxn modelId="{29D5811F-03B6-41CD-8985-EFAEC9715EBB}" type="presParOf" srcId="{F79F6AD3-5253-4D6C-9234-B18CFA7C4871}" destId="{6609416F-23D3-4311-B563-B7B4E58A930F}" srcOrd="3" destOrd="0" presId="urn:microsoft.com/office/officeart/2018/2/layout/IconLabelDescriptionList"/>
    <dgm:cxn modelId="{A5B5E43F-089F-47A4-82A2-B6B936DAC70C}" type="presParOf" srcId="{F79F6AD3-5253-4D6C-9234-B18CFA7C4871}" destId="{920D1534-F600-4162-8215-94F8B8F72E3D}" srcOrd="4" destOrd="0" presId="urn:microsoft.com/office/officeart/2018/2/layout/IconLabelDescriptionList"/>
    <dgm:cxn modelId="{2B4309B7-8239-4AA2-B207-59D47FEDDE6F}" type="presParOf" srcId="{3E706090-078E-40CB-B78F-A40F6338A84C}" destId="{DE88121C-78E6-4FA5-8BCD-1267B5D1AD83}" srcOrd="1" destOrd="0" presId="urn:microsoft.com/office/officeart/2018/2/layout/IconLabelDescriptionList"/>
    <dgm:cxn modelId="{FB684B50-0CA7-4438-B416-181A9A1531C6}" type="presParOf" srcId="{3E706090-078E-40CB-B78F-A40F6338A84C}" destId="{9960B325-6348-4340-9777-AA6F10D48AAB}" srcOrd="2" destOrd="0" presId="urn:microsoft.com/office/officeart/2018/2/layout/IconLabelDescriptionList"/>
    <dgm:cxn modelId="{6C389529-B704-465D-AC4E-C8286A30981A}" type="presParOf" srcId="{9960B325-6348-4340-9777-AA6F10D48AAB}" destId="{30C93909-F0A5-4D0D-B2A8-A74C3CA0F007}" srcOrd="0" destOrd="0" presId="urn:microsoft.com/office/officeart/2018/2/layout/IconLabelDescriptionList"/>
    <dgm:cxn modelId="{5AFB69FB-E56E-4C4D-B5F3-F7C52D18AA77}" type="presParOf" srcId="{9960B325-6348-4340-9777-AA6F10D48AAB}" destId="{F8296546-5EE9-4D43-BB31-CE5152229453}" srcOrd="1" destOrd="0" presId="urn:microsoft.com/office/officeart/2018/2/layout/IconLabelDescriptionList"/>
    <dgm:cxn modelId="{0B27C643-62C2-4D51-8301-6CF01A2B894C}" type="presParOf" srcId="{9960B325-6348-4340-9777-AA6F10D48AAB}" destId="{396BDFA6-A59C-4C95-BFFD-70A127D7B8E5}" srcOrd="2" destOrd="0" presId="urn:microsoft.com/office/officeart/2018/2/layout/IconLabelDescriptionList"/>
    <dgm:cxn modelId="{560C90B8-F0CC-483B-9E23-2BE243431079}" type="presParOf" srcId="{9960B325-6348-4340-9777-AA6F10D48AAB}" destId="{71B186ED-41CB-43B2-82C9-C94CC2A103B3}" srcOrd="3" destOrd="0" presId="urn:microsoft.com/office/officeart/2018/2/layout/IconLabelDescriptionList"/>
    <dgm:cxn modelId="{5FC64CB9-7F1D-4D33-8744-BBEB7AF8E8BC}" type="presParOf" srcId="{9960B325-6348-4340-9777-AA6F10D48AAB}" destId="{104F656C-89C1-4B4A-B724-79B6C336F4E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758CA-90E8-452C-A450-E9905573AC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05CB375C-DB43-47C0-89E8-D31C50F09A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Removal of unused and sensitive legacy attributes</a:t>
          </a:r>
        </a:p>
      </dgm:t>
    </dgm:pt>
    <dgm:pt modelId="{52F830D7-E99C-43AE-A8B1-C1F66B75CFAD}" type="parTrans" cxnId="{CF3638F5-002E-4A0B-B72D-97FB2E796C1F}">
      <dgm:prSet/>
      <dgm:spPr/>
      <dgm:t>
        <a:bodyPr/>
        <a:lstStyle/>
        <a:p>
          <a:endParaRPr lang="en-US"/>
        </a:p>
      </dgm:t>
    </dgm:pt>
    <dgm:pt modelId="{A6EAC9DE-03B2-48D0-B6FC-E0EA69A35D1F}" type="sibTrans" cxnId="{CF3638F5-002E-4A0B-B72D-97FB2E796C1F}">
      <dgm:prSet/>
      <dgm:spPr/>
      <dgm:t>
        <a:bodyPr/>
        <a:lstStyle/>
        <a:p>
          <a:endParaRPr lang="en-US"/>
        </a:p>
      </dgm:t>
    </dgm:pt>
    <dgm:pt modelId="{5FE5E449-2745-4A71-AFD5-DF0746FD562A}">
      <dgm:prSet/>
      <dgm:spPr/>
    </dgm:pt>
    <dgm:pt modelId="{6FDF6C07-E753-49ED-A0C3-871DC8B98299}" type="parTrans" cxnId="{0D792D19-5A06-4D9A-8CA8-DDB2B919E89A}">
      <dgm:prSet/>
      <dgm:spPr/>
      <dgm:t>
        <a:bodyPr/>
        <a:lstStyle/>
        <a:p>
          <a:endParaRPr lang="en-US"/>
        </a:p>
      </dgm:t>
    </dgm:pt>
    <dgm:pt modelId="{173022DF-A153-4CB0-B935-EF134B15D29E}" type="sibTrans" cxnId="{0D792D19-5A06-4D9A-8CA8-DDB2B919E89A}">
      <dgm:prSet/>
      <dgm:spPr/>
      <dgm:t>
        <a:bodyPr/>
        <a:lstStyle/>
        <a:p>
          <a:endParaRPr lang="en-US"/>
        </a:p>
      </dgm:t>
    </dgm:pt>
    <dgm:pt modelId="{B5CC7068-14E7-4481-A178-3EE4BD2018C7}">
      <dgm:prSet/>
      <dgm:spPr/>
    </dgm:pt>
    <dgm:pt modelId="{68116ABD-1B8C-4698-80AE-7860DD25B682}" type="parTrans" cxnId="{F29E2C66-0ADF-494F-AA25-CDD20DDE7B52}">
      <dgm:prSet/>
      <dgm:spPr/>
      <dgm:t>
        <a:bodyPr/>
        <a:lstStyle/>
        <a:p>
          <a:endParaRPr lang="en-US"/>
        </a:p>
      </dgm:t>
    </dgm:pt>
    <dgm:pt modelId="{DCC2CD17-E58C-4400-B990-CE376F703FAC}" type="sibTrans" cxnId="{F29E2C66-0ADF-494F-AA25-CDD20DDE7B52}">
      <dgm:prSet/>
      <dgm:spPr/>
      <dgm:t>
        <a:bodyPr/>
        <a:lstStyle/>
        <a:p>
          <a:endParaRPr lang="en-US"/>
        </a:p>
      </dgm:t>
    </dgm:pt>
    <dgm:pt modelId="{BE24D37E-85FC-40D7-B8D8-DCB4CCE0FA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Mapping to standard LDAP attributes</a:t>
          </a:r>
        </a:p>
      </dgm:t>
    </dgm:pt>
    <dgm:pt modelId="{B0F466CB-F919-4656-BFE5-E631DECAB7E8}" type="parTrans" cxnId="{A57E93FE-E274-4776-AF03-A4E396E5DC8A}">
      <dgm:prSet/>
      <dgm:spPr/>
      <dgm:t>
        <a:bodyPr/>
        <a:lstStyle/>
        <a:p>
          <a:endParaRPr lang="en-US"/>
        </a:p>
      </dgm:t>
    </dgm:pt>
    <dgm:pt modelId="{8D209E91-1255-49F9-89D4-43CB13FB1AE1}" type="sibTrans" cxnId="{A57E93FE-E274-4776-AF03-A4E396E5DC8A}">
      <dgm:prSet/>
      <dgm:spPr/>
      <dgm:t>
        <a:bodyPr/>
        <a:lstStyle/>
        <a:p>
          <a:endParaRPr lang="en-US"/>
        </a:p>
      </dgm:t>
    </dgm:pt>
    <dgm:pt modelId="{877D134B-FDF4-4AC7-B4C8-50A716FEC5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Reduced directory footprint</a:t>
          </a:r>
        </a:p>
      </dgm:t>
    </dgm:pt>
    <dgm:pt modelId="{ED07E59E-B02A-4F3C-BF22-E5505485CFD6}" type="parTrans" cxnId="{5784B876-DC51-4A41-995F-37079914EF08}">
      <dgm:prSet/>
      <dgm:spPr/>
      <dgm:t>
        <a:bodyPr/>
        <a:lstStyle/>
        <a:p>
          <a:endParaRPr lang="en-US"/>
        </a:p>
      </dgm:t>
    </dgm:pt>
    <dgm:pt modelId="{ED265E7F-6211-4231-BB46-22497288BCC0}" type="sibTrans" cxnId="{5784B876-DC51-4A41-995F-37079914EF08}">
      <dgm:prSet/>
      <dgm:spPr/>
      <dgm:t>
        <a:bodyPr/>
        <a:lstStyle/>
        <a:p>
          <a:endParaRPr lang="en-US"/>
        </a:p>
      </dgm:t>
    </dgm:pt>
    <dgm:pt modelId="{321BE516-8305-46F3-BEA2-219812E6F8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Improved performance and compliance</a:t>
          </a:r>
        </a:p>
      </dgm:t>
    </dgm:pt>
    <dgm:pt modelId="{CEAF7377-514C-4EDD-BCF4-3E61655E38A2}" type="parTrans" cxnId="{B0279431-59DB-46F8-9B41-5FAFBDD705A0}">
      <dgm:prSet/>
      <dgm:spPr/>
      <dgm:t>
        <a:bodyPr/>
        <a:lstStyle/>
        <a:p>
          <a:endParaRPr lang="en-US"/>
        </a:p>
      </dgm:t>
    </dgm:pt>
    <dgm:pt modelId="{C6AD4D9F-013A-457B-8ABD-10FDE0C92E97}" type="sibTrans" cxnId="{B0279431-59DB-46F8-9B41-5FAFBDD705A0}">
      <dgm:prSet/>
      <dgm:spPr/>
      <dgm:t>
        <a:bodyPr/>
        <a:lstStyle/>
        <a:p>
          <a:endParaRPr lang="en-US"/>
        </a:p>
      </dgm:t>
    </dgm:pt>
    <dgm:pt modelId="{C4CC3419-14B5-4F0E-9531-3289CE9E1FF4}" type="pres">
      <dgm:prSet presAssocID="{DB7758CA-90E8-452C-A450-E9905573AC8F}" presName="root" presStyleCnt="0">
        <dgm:presLayoutVars>
          <dgm:dir/>
          <dgm:resizeHandles val="exact"/>
        </dgm:presLayoutVars>
      </dgm:prSet>
      <dgm:spPr/>
    </dgm:pt>
    <dgm:pt modelId="{A1C135B1-4746-47C0-A7E4-3CEC1D9F282A}" type="pres">
      <dgm:prSet presAssocID="{05CB375C-DB43-47C0-89E8-D31C50F09A52}" presName="compNode" presStyleCnt="0"/>
      <dgm:spPr/>
    </dgm:pt>
    <dgm:pt modelId="{A24CEFDE-A1D1-4B5A-8B3A-0BF97C7ADC07}" type="pres">
      <dgm:prSet presAssocID="{05CB375C-DB43-47C0-89E8-D31C50F09A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0982ABE-C584-4CE6-9A7A-6BEDAA488E0C}" type="pres">
      <dgm:prSet presAssocID="{05CB375C-DB43-47C0-89E8-D31C50F09A52}" presName="spaceRect" presStyleCnt="0"/>
      <dgm:spPr/>
    </dgm:pt>
    <dgm:pt modelId="{4B938D79-18D4-43D9-BD9F-7F40F0224B1D}" type="pres">
      <dgm:prSet presAssocID="{05CB375C-DB43-47C0-89E8-D31C50F09A52}" presName="textRect" presStyleLbl="revTx" presStyleIdx="0" presStyleCnt="4">
        <dgm:presLayoutVars>
          <dgm:chMax val="1"/>
          <dgm:chPref val="1"/>
        </dgm:presLayoutVars>
      </dgm:prSet>
      <dgm:spPr/>
    </dgm:pt>
    <dgm:pt modelId="{94859F38-ED7D-40FD-815F-A466D0553345}" type="pres">
      <dgm:prSet presAssocID="{A6EAC9DE-03B2-48D0-B6FC-E0EA69A35D1F}" presName="sibTrans" presStyleCnt="0"/>
      <dgm:spPr/>
    </dgm:pt>
    <dgm:pt modelId="{5CAABBE9-F4AF-41FF-9922-51DADB5D8DD7}" type="pres">
      <dgm:prSet presAssocID="{BE24D37E-85FC-40D7-B8D8-DCB4CCE0FA58}" presName="compNode" presStyleCnt="0"/>
      <dgm:spPr/>
    </dgm:pt>
    <dgm:pt modelId="{99B62A6C-211C-40DB-A6E8-EDF4A9FBB68D}" type="pres">
      <dgm:prSet presAssocID="{BE24D37E-85FC-40D7-B8D8-DCB4CCE0FA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873BA1B-EAD9-456D-99EA-0F9E1D2D1497}" type="pres">
      <dgm:prSet presAssocID="{BE24D37E-85FC-40D7-B8D8-DCB4CCE0FA58}" presName="spaceRect" presStyleCnt="0"/>
      <dgm:spPr/>
    </dgm:pt>
    <dgm:pt modelId="{0803B5CB-B2A4-42D3-80C3-4EE700DDBB18}" type="pres">
      <dgm:prSet presAssocID="{BE24D37E-85FC-40D7-B8D8-DCB4CCE0FA58}" presName="textRect" presStyleLbl="revTx" presStyleIdx="1" presStyleCnt="4">
        <dgm:presLayoutVars>
          <dgm:chMax val="1"/>
          <dgm:chPref val="1"/>
        </dgm:presLayoutVars>
      </dgm:prSet>
      <dgm:spPr/>
    </dgm:pt>
    <dgm:pt modelId="{1EE634DE-146E-4B6E-8221-5C399D0FDDC6}" type="pres">
      <dgm:prSet presAssocID="{8D209E91-1255-49F9-89D4-43CB13FB1AE1}" presName="sibTrans" presStyleCnt="0"/>
      <dgm:spPr/>
    </dgm:pt>
    <dgm:pt modelId="{233B6E5C-6D6D-4D56-8139-CEC58B1694F0}" type="pres">
      <dgm:prSet presAssocID="{877D134B-FDF4-4AC7-B4C8-50A716FEC5E9}" presName="compNode" presStyleCnt="0"/>
      <dgm:spPr/>
    </dgm:pt>
    <dgm:pt modelId="{F10EE249-2859-4561-BD89-A1AA42903EFE}" type="pres">
      <dgm:prSet presAssocID="{877D134B-FDF4-4AC7-B4C8-50A716FEC5E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"/>
        </a:ext>
      </dgm:extLst>
    </dgm:pt>
    <dgm:pt modelId="{F33539BD-ADD8-4348-B389-D2EF993C12BB}" type="pres">
      <dgm:prSet presAssocID="{877D134B-FDF4-4AC7-B4C8-50A716FEC5E9}" presName="spaceRect" presStyleCnt="0"/>
      <dgm:spPr/>
    </dgm:pt>
    <dgm:pt modelId="{A1D95C45-391D-4C5D-A606-54CBE7DCA3A7}" type="pres">
      <dgm:prSet presAssocID="{877D134B-FDF4-4AC7-B4C8-50A716FEC5E9}" presName="textRect" presStyleLbl="revTx" presStyleIdx="2" presStyleCnt="4">
        <dgm:presLayoutVars>
          <dgm:chMax val="1"/>
          <dgm:chPref val="1"/>
        </dgm:presLayoutVars>
      </dgm:prSet>
      <dgm:spPr/>
    </dgm:pt>
    <dgm:pt modelId="{83F62D23-6DE1-4B3D-802B-AFBEA16E9D35}" type="pres">
      <dgm:prSet presAssocID="{ED265E7F-6211-4231-BB46-22497288BCC0}" presName="sibTrans" presStyleCnt="0"/>
      <dgm:spPr/>
    </dgm:pt>
    <dgm:pt modelId="{EB74D2C3-34AD-48A0-A75B-AE2549E8F5CC}" type="pres">
      <dgm:prSet presAssocID="{321BE516-8305-46F3-BEA2-219812E6F885}" presName="compNode" presStyleCnt="0"/>
      <dgm:spPr/>
    </dgm:pt>
    <dgm:pt modelId="{0D26A4C9-E750-4D4C-A066-21EAC74A032B}" type="pres">
      <dgm:prSet presAssocID="{321BE516-8305-46F3-BEA2-219812E6F8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4DA8D5F-8061-41CE-980A-577590AC5F47}" type="pres">
      <dgm:prSet presAssocID="{321BE516-8305-46F3-BEA2-219812E6F885}" presName="spaceRect" presStyleCnt="0"/>
      <dgm:spPr/>
    </dgm:pt>
    <dgm:pt modelId="{0512053E-927C-4CC2-BF67-258BA4F854DF}" type="pres">
      <dgm:prSet presAssocID="{321BE516-8305-46F3-BEA2-219812E6F8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45E712-419B-4805-A915-689C33BE8047}" type="presOf" srcId="{BE24D37E-85FC-40D7-B8D8-DCB4CCE0FA58}" destId="{0803B5CB-B2A4-42D3-80C3-4EE700DDBB18}" srcOrd="0" destOrd="0" presId="urn:microsoft.com/office/officeart/2018/2/layout/IconLabelList"/>
    <dgm:cxn modelId="{961BF317-DE39-49A6-94FF-AE6BA7FBD2E3}" type="presOf" srcId="{321BE516-8305-46F3-BEA2-219812E6F885}" destId="{0512053E-927C-4CC2-BF67-258BA4F854DF}" srcOrd="0" destOrd="0" presId="urn:microsoft.com/office/officeart/2018/2/layout/IconLabelList"/>
    <dgm:cxn modelId="{0D792D19-5A06-4D9A-8CA8-DDB2B919E89A}" srcId="{05CB375C-DB43-47C0-89E8-D31C50F09A52}" destId="{5FE5E449-2745-4A71-AFD5-DF0746FD562A}" srcOrd="0" destOrd="0" parTransId="{6FDF6C07-E753-49ED-A0C3-871DC8B98299}" sibTransId="{173022DF-A153-4CB0-B935-EF134B15D29E}"/>
    <dgm:cxn modelId="{8A35F02F-9ABA-48B1-9C57-EB5F9C5C99BF}" type="presOf" srcId="{05CB375C-DB43-47C0-89E8-D31C50F09A52}" destId="{4B938D79-18D4-43D9-BD9F-7F40F0224B1D}" srcOrd="0" destOrd="0" presId="urn:microsoft.com/office/officeart/2018/2/layout/IconLabelList"/>
    <dgm:cxn modelId="{B0279431-59DB-46F8-9B41-5FAFBDD705A0}" srcId="{DB7758CA-90E8-452C-A450-E9905573AC8F}" destId="{321BE516-8305-46F3-BEA2-219812E6F885}" srcOrd="3" destOrd="0" parTransId="{CEAF7377-514C-4EDD-BCF4-3E61655E38A2}" sibTransId="{C6AD4D9F-013A-457B-8ABD-10FDE0C92E97}"/>
    <dgm:cxn modelId="{F29E2C66-0ADF-494F-AA25-CDD20DDE7B52}" srcId="{05CB375C-DB43-47C0-89E8-D31C50F09A52}" destId="{B5CC7068-14E7-4481-A178-3EE4BD2018C7}" srcOrd="1" destOrd="0" parTransId="{68116ABD-1B8C-4698-80AE-7860DD25B682}" sibTransId="{DCC2CD17-E58C-4400-B990-CE376F703FAC}"/>
    <dgm:cxn modelId="{5784B876-DC51-4A41-995F-37079914EF08}" srcId="{DB7758CA-90E8-452C-A450-E9905573AC8F}" destId="{877D134B-FDF4-4AC7-B4C8-50A716FEC5E9}" srcOrd="2" destOrd="0" parTransId="{ED07E59E-B02A-4F3C-BF22-E5505485CFD6}" sibTransId="{ED265E7F-6211-4231-BB46-22497288BCC0}"/>
    <dgm:cxn modelId="{C9E6F958-F381-4CE0-9793-D44849DB697A}" type="presOf" srcId="{DB7758CA-90E8-452C-A450-E9905573AC8F}" destId="{C4CC3419-14B5-4F0E-9531-3289CE9E1FF4}" srcOrd="0" destOrd="0" presId="urn:microsoft.com/office/officeart/2018/2/layout/IconLabelList"/>
    <dgm:cxn modelId="{26302CA2-3DEC-421C-A66B-E874835F9CE5}" type="presOf" srcId="{877D134B-FDF4-4AC7-B4C8-50A716FEC5E9}" destId="{A1D95C45-391D-4C5D-A606-54CBE7DCA3A7}" srcOrd="0" destOrd="0" presId="urn:microsoft.com/office/officeart/2018/2/layout/IconLabelList"/>
    <dgm:cxn modelId="{CF3638F5-002E-4A0B-B72D-97FB2E796C1F}" srcId="{DB7758CA-90E8-452C-A450-E9905573AC8F}" destId="{05CB375C-DB43-47C0-89E8-D31C50F09A52}" srcOrd="0" destOrd="0" parTransId="{52F830D7-E99C-43AE-A8B1-C1F66B75CFAD}" sibTransId="{A6EAC9DE-03B2-48D0-B6FC-E0EA69A35D1F}"/>
    <dgm:cxn modelId="{A57E93FE-E274-4776-AF03-A4E396E5DC8A}" srcId="{DB7758CA-90E8-452C-A450-E9905573AC8F}" destId="{BE24D37E-85FC-40D7-B8D8-DCB4CCE0FA58}" srcOrd="1" destOrd="0" parTransId="{B0F466CB-F919-4656-BFE5-E631DECAB7E8}" sibTransId="{8D209E91-1255-49F9-89D4-43CB13FB1AE1}"/>
    <dgm:cxn modelId="{906B3435-19F9-408B-AD42-CF1EEE6BFDE7}" type="presParOf" srcId="{C4CC3419-14B5-4F0E-9531-3289CE9E1FF4}" destId="{A1C135B1-4746-47C0-A7E4-3CEC1D9F282A}" srcOrd="0" destOrd="0" presId="urn:microsoft.com/office/officeart/2018/2/layout/IconLabelList"/>
    <dgm:cxn modelId="{E5B8E2F8-27F9-4DA7-B37D-939FF010E8C6}" type="presParOf" srcId="{A1C135B1-4746-47C0-A7E4-3CEC1D9F282A}" destId="{A24CEFDE-A1D1-4B5A-8B3A-0BF97C7ADC07}" srcOrd="0" destOrd="0" presId="urn:microsoft.com/office/officeart/2018/2/layout/IconLabelList"/>
    <dgm:cxn modelId="{044FB858-088E-43C7-A07C-12228413D6C4}" type="presParOf" srcId="{A1C135B1-4746-47C0-A7E4-3CEC1D9F282A}" destId="{F0982ABE-C584-4CE6-9A7A-6BEDAA488E0C}" srcOrd="1" destOrd="0" presId="urn:microsoft.com/office/officeart/2018/2/layout/IconLabelList"/>
    <dgm:cxn modelId="{7CD8755B-5E4F-40E8-B12A-4008D043E16A}" type="presParOf" srcId="{A1C135B1-4746-47C0-A7E4-3CEC1D9F282A}" destId="{4B938D79-18D4-43D9-BD9F-7F40F0224B1D}" srcOrd="2" destOrd="0" presId="urn:microsoft.com/office/officeart/2018/2/layout/IconLabelList"/>
    <dgm:cxn modelId="{1E82319D-D002-43DD-A449-9F83B138C2F8}" type="presParOf" srcId="{C4CC3419-14B5-4F0E-9531-3289CE9E1FF4}" destId="{94859F38-ED7D-40FD-815F-A466D0553345}" srcOrd="1" destOrd="0" presId="urn:microsoft.com/office/officeart/2018/2/layout/IconLabelList"/>
    <dgm:cxn modelId="{6A867127-10AF-444E-B9E9-F7633B0A35FE}" type="presParOf" srcId="{C4CC3419-14B5-4F0E-9531-3289CE9E1FF4}" destId="{5CAABBE9-F4AF-41FF-9922-51DADB5D8DD7}" srcOrd="2" destOrd="0" presId="urn:microsoft.com/office/officeart/2018/2/layout/IconLabelList"/>
    <dgm:cxn modelId="{6E56D943-B9E6-44A2-A84D-5B5CDCB579FB}" type="presParOf" srcId="{5CAABBE9-F4AF-41FF-9922-51DADB5D8DD7}" destId="{99B62A6C-211C-40DB-A6E8-EDF4A9FBB68D}" srcOrd="0" destOrd="0" presId="urn:microsoft.com/office/officeart/2018/2/layout/IconLabelList"/>
    <dgm:cxn modelId="{62BF70DE-488F-4CA4-AC0F-523F8AA37E30}" type="presParOf" srcId="{5CAABBE9-F4AF-41FF-9922-51DADB5D8DD7}" destId="{C873BA1B-EAD9-456D-99EA-0F9E1D2D1497}" srcOrd="1" destOrd="0" presId="urn:microsoft.com/office/officeart/2018/2/layout/IconLabelList"/>
    <dgm:cxn modelId="{4D711A28-EFF9-46C6-A19E-ABF6F54DE841}" type="presParOf" srcId="{5CAABBE9-F4AF-41FF-9922-51DADB5D8DD7}" destId="{0803B5CB-B2A4-42D3-80C3-4EE700DDBB18}" srcOrd="2" destOrd="0" presId="urn:microsoft.com/office/officeart/2018/2/layout/IconLabelList"/>
    <dgm:cxn modelId="{99AB08AC-F014-4B76-9855-9CDC36DBC981}" type="presParOf" srcId="{C4CC3419-14B5-4F0E-9531-3289CE9E1FF4}" destId="{1EE634DE-146E-4B6E-8221-5C399D0FDDC6}" srcOrd="3" destOrd="0" presId="urn:microsoft.com/office/officeart/2018/2/layout/IconLabelList"/>
    <dgm:cxn modelId="{3896B7F4-4FBC-4962-BABB-3FB210FE1D4C}" type="presParOf" srcId="{C4CC3419-14B5-4F0E-9531-3289CE9E1FF4}" destId="{233B6E5C-6D6D-4D56-8139-CEC58B1694F0}" srcOrd="4" destOrd="0" presId="urn:microsoft.com/office/officeart/2018/2/layout/IconLabelList"/>
    <dgm:cxn modelId="{F7BD2DBA-2EB5-418A-AF82-EA88B63471A6}" type="presParOf" srcId="{233B6E5C-6D6D-4D56-8139-CEC58B1694F0}" destId="{F10EE249-2859-4561-BD89-A1AA42903EFE}" srcOrd="0" destOrd="0" presId="urn:microsoft.com/office/officeart/2018/2/layout/IconLabelList"/>
    <dgm:cxn modelId="{E7735E98-7164-4001-B002-6F2518F9EB4C}" type="presParOf" srcId="{233B6E5C-6D6D-4D56-8139-CEC58B1694F0}" destId="{F33539BD-ADD8-4348-B389-D2EF993C12BB}" srcOrd="1" destOrd="0" presId="urn:microsoft.com/office/officeart/2018/2/layout/IconLabelList"/>
    <dgm:cxn modelId="{5CE8BCEE-2656-427F-8EEE-9EB07DB582FA}" type="presParOf" srcId="{233B6E5C-6D6D-4D56-8139-CEC58B1694F0}" destId="{A1D95C45-391D-4C5D-A606-54CBE7DCA3A7}" srcOrd="2" destOrd="0" presId="urn:microsoft.com/office/officeart/2018/2/layout/IconLabelList"/>
    <dgm:cxn modelId="{16527399-F7B6-4442-A026-A5BBD6937347}" type="presParOf" srcId="{C4CC3419-14B5-4F0E-9531-3289CE9E1FF4}" destId="{83F62D23-6DE1-4B3D-802B-AFBEA16E9D35}" srcOrd="5" destOrd="0" presId="urn:microsoft.com/office/officeart/2018/2/layout/IconLabelList"/>
    <dgm:cxn modelId="{D0C4263E-44ED-4C2A-95C1-26CFD1842306}" type="presParOf" srcId="{C4CC3419-14B5-4F0E-9531-3289CE9E1FF4}" destId="{EB74D2C3-34AD-48A0-A75B-AE2549E8F5CC}" srcOrd="6" destOrd="0" presId="urn:microsoft.com/office/officeart/2018/2/layout/IconLabelList"/>
    <dgm:cxn modelId="{92636277-8E88-4B32-93B6-5DE5C6901BC2}" type="presParOf" srcId="{EB74D2C3-34AD-48A0-A75B-AE2549E8F5CC}" destId="{0D26A4C9-E750-4D4C-A066-21EAC74A032B}" srcOrd="0" destOrd="0" presId="urn:microsoft.com/office/officeart/2018/2/layout/IconLabelList"/>
    <dgm:cxn modelId="{9F3595A1-3DED-4F56-8839-350F179D1A31}" type="presParOf" srcId="{EB74D2C3-34AD-48A0-A75B-AE2549E8F5CC}" destId="{D4DA8D5F-8061-41CE-980A-577590AC5F47}" srcOrd="1" destOrd="0" presId="urn:microsoft.com/office/officeart/2018/2/layout/IconLabelList"/>
    <dgm:cxn modelId="{CC5157FD-7B82-4E4B-BEB4-1987A901398E}" type="presParOf" srcId="{EB74D2C3-34AD-48A0-A75B-AE2549E8F5CC}" destId="{0512053E-927C-4CC2-BF67-258BA4F854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971DD3-CE8E-4EF7-93E9-70409E9131B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0F9C9571-4F37-4664-ADA5-30A1215F9D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Phase 1 – Pilot:</a:t>
          </a:r>
        </a:p>
      </dgm:t>
    </dgm:pt>
    <dgm:pt modelId="{7A9D28EC-2034-4964-8540-C0B5CD7AA2A4}" type="parTrans" cxnId="{7F7A7BDC-2108-4ABF-A3DD-FDBA75D65B91}">
      <dgm:prSet/>
      <dgm:spPr/>
      <dgm:t>
        <a:bodyPr/>
        <a:lstStyle/>
        <a:p>
          <a:endParaRPr lang="en-US"/>
        </a:p>
      </dgm:t>
    </dgm:pt>
    <dgm:pt modelId="{A4340556-052E-464A-A597-67CFA4E8913B}" type="sibTrans" cxnId="{7F7A7BDC-2108-4ABF-A3DD-FDBA75D65B91}">
      <dgm:prSet/>
      <dgm:spPr/>
      <dgm:t>
        <a:bodyPr/>
        <a:lstStyle/>
        <a:p>
          <a:endParaRPr lang="en-US"/>
        </a:p>
      </dgm:t>
    </dgm:pt>
    <dgm:pt modelId="{2DF9813D-D2DD-4559-BB41-7955AC97DD0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• Internal staff pilot</a:t>
          </a:r>
        </a:p>
      </dgm:t>
    </dgm:pt>
    <dgm:pt modelId="{823E6A2F-BEA2-4FB0-BA6B-49F49ADEF9A3}" type="parTrans" cxnId="{5044E0E5-A254-4611-9511-5120D1C926FE}">
      <dgm:prSet/>
      <dgm:spPr/>
      <dgm:t>
        <a:bodyPr/>
        <a:lstStyle/>
        <a:p>
          <a:endParaRPr lang="en-US"/>
        </a:p>
      </dgm:t>
    </dgm:pt>
    <dgm:pt modelId="{2BDDF116-395D-4B6E-840D-CE0BB480BB8E}" type="sibTrans" cxnId="{5044E0E5-A254-4611-9511-5120D1C926FE}">
      <dgm:prSet/>
      <dgm:spPr/>
      <dgm:t>
        <a:bodyPr/>
        <a:lstStyle/>
        <a:p>
          <a:endParaRPr lang="en-US"/>
        </a:p>
      </dgm:t>
    </dgm:pt>
    <dgm:pt modelId="{139AEC62-98AF-449C-8D3D-23A64591AC58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• Banki pilot environment</a:t>
          </a:r>
        </a:p>
      </dgm:t>
    </dgm:pt>
    <dgm:pt modelId="{D19AC73F-AA6D-4A8A-89CB-5FD921DFED9C}" type="parTrans" cxnId="{3175E10C-E4B0-40A0-BF21-B58D60FD18F9}">
      <dgm:prSet/>
      <dgm:spPr/>
      <dgm:t>
        <a:bodyPr/>
        <a:lstStyle/>
        <a:p>
          <a:endParaRPr lang="en-US"/>
        </a:p>
      </dgm:t>
    </dgm:pt>
    <dgm:pt modelId="{1CA5E058-625E-463A-B84D-2438264FD78B}" type="sibTrans" cxnId="{3175E10C-E4B0-40A0-BF21-B58D60FD18F9}">
      <dgm:prSet/>
      <dgm:spPr/>
      <dgm:t>
        <a:bodyPr/>
        <a:lstStyle/>
        <a:p>
          <a:endParaRPr lang="en-US"/>
        </a:p>
      </dgm:t>
    </dgm:pt>
    <dgm:pt modelId="{7D047F66-CD64-48CF-BE49-0F16E3B31E16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• Functional, security, and performance validation</a:t>
          </a:r>
        </a:p>
      </dgm:t>
    </dgm:pt>
    <dgm:pt modelId="{FFB4A48D-F48D-45AE-BACD-59C68BB1A041}" type="parTrans" cxnId="{A059416D-45D1-44FC-B034-B473DBD0D045}">
      <dgm:prSet/>
      <dgm:spPr/>
      <dgm:t>
        <a:bodyPr/>
        <a:lstStyle/>
        <a:p>
          <a:endParaRPr lang="en-US"/>
        </a:p>
      </dgm:t>
    </dgm:pt>
    <dgm:pt modelId="{9DBFB9D8-BC3A-47E4-94AA-5CAFE53D7239}" type="sibTrans" cxnId="{A059416D-45D1-44FC-B034-B473DBD0D045}">
      <dgm:prSet/>
      <dgm:spPr/>
      <dgm:t>
        <a:bodyPr/>
        <a:lstStyle/>
        <a:p>
          <a:endParaRPr lang="en-US"/>
        </a:p>
      </dgm:t>
    </dgm:pt>
    <dgm:pt modelId="{48128A5D-09A4-490F-970D-6464D8330E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Phase 2 – Full Rollout:</a:t>
          </a:r>
        </a:p>
      </dgm:t>
    </dgm:pt>
    <dgm:pt modelId="{65A8E4CE-B845-4018-A26B-62CE01A9E60D}" type="parTrans" cxnId="{E4377E3B-07C3-47C5-A406-7A2F9275D423}">
      <dgm:prSet/>
      <dgm:spPr/>
      <dgm:t>
        <a:bodyPr/>
        <a:lstStyle/>
        <a:p>
          <a:endParaRPr lang="en-US"/>
        </a:p>
      </dgm:t>
    </dgm:pt>
    <dgm:pt modelId="{8900D991-FC28-4720-BEB6-0C4E17577271}" type="sibTrans" cxnId="{E4377E3B-07C3-47C5-A406-7A2F9275D423}">
      <dgm:prSet/>
      <dgm:spPr/>
      <dgm:t>
        <a:bodyPr/>
        <a:lstStyle/>
        <a:p>
          <a:endParaRPr lang="en-US"/>
        </a:p>
      </dgm:t>
    </dgm:pt>
    <dgm:pt modelId="{0AAD9C6B-3442-479C-A024-A5B19DBC81DB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• full rollout for customer</a:t>
          </a:r>
        </a:p>
      </dgm:t>
    </dgm:pt>
    <dgm:pt modelId="{7097D0DD-0F42-4082-920F-AEEFEC48B87E}" type="parTrans" cxnId="{820C5CD1-9174-4F26-B0A6-D21271403CC2}">
      <dgm:prSet/>
      <dgm:spPr/>
      <dgm:t>
        <a:bodyPr/>
        <a:lstStyle/>
        <a:p>
          <a:endParaRPr lang="en-US"/>
        </a:p>
      </dgm:t>
    </dgm:pt>
    <dgm:pt modelId="{B0D94213-9B99-4081-A20D-BAC41F92CC32}" type="sibTrans" cxnId="{820C5CD1-9174-4F26-B0A6-D21271403CC2}">
      <dgm:prSet/>
      <dgm:spPr/>
      <dgm:t>
        <a:bodyPr/>
        <a:lstStyle/>
        <a:p>
          <a:endParaRPr lang="en-US"/>
        </a:p>
      </dgm:t>
    </dgm:pt>
    <dgm:pt modelId="{451AF6BF-1BD2-44D5-ADB0-296F1DAB903C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• Decommission legacy components after stabilization</a:t>
          </a:r>
        </a:p>
      </dgm:t>
    </dgm:pt>
    <dgm:pt modelId="{54F14C9B-F031-4863-8CFE-3922A77AEE1D}" type="parTrans" cxnId="{4A1AA363-AC0C-4C5E-B432-59D85D259ABF}">
      <dgm:prSet/>
      <dgm:spPr/>
      <dgm:t>
        <a:bodyPr/>
        <a:lstStyle/>
        <a:p>
          <a:endParaRPr lang="en-US"/>
        </a:p>
      </dgm:t>
    </dgm:pt>
    <dgm:pt modelId="{01A4F64B-1172-4777-A6A1-FA35D96CC5BA}" type="sibTrans" cxnId="{4A1AA363-AC0C-4C5E-B432-59D85D259ABF}">
      <dgm:prSet/>
      <dgm:spPr/>
      <dgm:t>
        <a:bodyPr/>
        <a:lstStyle/>
        <a:p>
          <a:endParaRPr lang="en-US"/>
        </a:p>
      </dgm:t>
    </dgm:pt>
    <dgm:pt modelId="{380160F2-A6CB-4BD2-89E8-C3A1AAADB384}" type="pres">
      <dgm:prSet presAssocID="{63971DD3-CE8E-4EF7-93E9-70409E9131B6}" presName="root" presStyleCnt="0">
        <dgm:presLayoutVars>
          <dgm:dir/>
          <dgm:resizeHandles val="exact"/>
        </dgm:presLayoutVars>
      </dgm:prSet>
      <dgm:spPr/>
    </dgm:pt>
    <dgm:pt modelId="{455002B1-18BC-4C78-8E7D-F36A0FB5E66C}" type="pres">
      <dgm:prSet presAssocID="{0F9C9571-4F37-4664-ADA5-30A1215F9D26}" presName="compNode" presStyleCnt="0"/>
      <dgm:spPr/>
    </dgm:pt>
    <dgm:pt modelId="{93B7FBEF-E4F6-46C0-A7E5-D4C07501A837}" type="pres">
      <dgm:prSet presAssocID="{0F9C9571-4F37-4664-ADA5-30A1215F9D2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5C606A3-1A08-4D30-B129-2ADA511BD44F}" type="pres">
      <dgm:prSet presAssocID="{0F9C9571-4F37-4664-ADA5-30A1215F9D26}" presName="iconSpace" presStyleCnt="0"/>
      <dgm:spPr/>
    </dgm:pt>
    <dgm:pt modelId="{BB5FF6AD-C30D-4C0D-9CE4-22DA3EFADC4E}" type="pres">
      <dgm:prSet presAssocID="{0F9C9571-4F37-4664-ADA5-30A1215F9D26}" presName="parTx" presStyleLbl="revTx" presStyleIdx="0" presStyleCnt="4">
        <dgm:presLayoutVars>
          <dgm:chMax val="0"/>
          <dgm:chPref val="0"/>
        </dgm:presLayoutVars>
      </dgm:prSet>
      <dgm:spPr/>
    </dgm:pt>
    <dgm:pt modelId="{581BA05E-7559-43DB-AB25-B918036D0FB9}" type="pres">
      <dgm:prSet presAssocID="{0F9C9571-4F37-4664-ADA5-30A1215F9D26}" presName="txSpace" presStyleCnt="0"/>
      <dgm:spPr/>
    </dgm:pt>
    <dgm:pt modelId="{27AB2917-8FF7-45C8-B9C6-C1B9F34BAF6A}" type="pres">
      <dgm:prSet presAssocID="{0F9C9571-4F37-4664-ADA5-30A1215F9D26}" presName="desTx" presStyleLbl="revTx" presStyleIdx="1" presStyleCnt="4">
        <dgm:presLayoutVars/>
      </dgm:prSet>
      <dgm:spPr/>
    </dgm:pt>
    <dgm:pt modelId="{05AE9C3B-BF18-48D2-A172-6A9C0179485B}" type="pres">
      <dgm:prSet presAssocID="{A4340556-052E-464A-A597-67CFA4E8913B}" presName="sibTrans" presStyleCnt="0"/>
      <dgm:spPr/>
    </dgm:pt>
    <dgm:pt modelId="{3203EC59-DA07-4881-96F6-0A8785619D68}" type="pres">
      <dgm:prSet presAssocID="{48128A5D-09A4-490F-970D-6464D8330E11}" presName="compNode" presStyleCnt="0"/>
      <dgm:spPr/>
    </dgm:pt>
    <dgm:pt modelId="{037098E3-2AD6-48C6-8D0F-A153F1BA0755}" type="pres">
      <dgm:prSet presAssocID="{48128A5D-09A4-490F-970D-6464D8330E1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E3411D5-37EA-4D29-AC67-4ACB21437BCB}" type="pres">
      <dgm:prSet presAssocID="{48128A5D-09A4-490F-970D-6464D8330E11}" presName="iconSpace" presStyleCnt="0"/>
      <dgm:spPr/>
    </dgm:pt>
    <dgm:pt modelId="{3A1993E1-A04B-4864-AA44-622541F7CD23}" type="pres">
      <dgm:prSet presAssocID="{48128A5D-09A4-490F-970D-6464D8330E11}" presName="parTx" presStyleLbl="revTx" presStyleIdx="2" presStyleCnt="4">
        <dgm:presLayoutVars>
          <dgm:chMax val="0"/>
          <dgm:chPref val="0"/>
        </dgm:presLayoutVars>
      </dgm:prSet>
      <dgm:spPr/>
    </dgm:pt>
    <dgm:pt modelId="{A348DBF0-FB5E-4112-BE9B-9B85CFC0AD86}" type="pres">
      <dgm:prSet presAssocID="{48128A5D-09A4-490F-970D-6464D8330E11}" presName="txSpace" presStyleCnt="0"/>
      <dgm:spPr/>
    </dgm:pt>
    <dgm:pt modelId="{AD4B7148-468E-4F5D-B350-C56DFC4DDE3B}" type="pres">
      <dgm:prSet presAssocID="{48128A5D-09A4-490F-970D-6464D8330E11}" presName="desTx" presStyleLbl="revTx" presStyleIdx="3" presStyleCnt="4">
        <dgm:presLayoutVars/>
      </dgm:prSet>
      <dgm:spPr/>
    </dgm:pt>
  </dgm:ptLst>
  <dgm:cxnLst>
    <dgm:cxn modelId="{3175E10C-E4B0-40A0-BF21-B58D60FD18F9}" srcId="{0F9C9571-4F37-4664-ADA5-30A1215F9D26}" destId="{139AEC62-98AF-449C-8D3D-23A64591AC58}" srcOrd="1" destOrd="0" parTransId="{D19AC73F-AA6D-4A8A-89CB-5FD921DFED9C}" sibTransId="{1CA5E058-625E-463A-B84D-2438264FD78B}"/>
    <dgm:cxn modelId="{F83E710E-726A-4F5F-8B6B-9F576C026D94}" type="presOf" srcId="{139AEC62-98AF-449C-8D3D-23A64591AC58}" destId="{27AB2917-8FF7-45C8-B9C6-C1B9F34BAF6A}" srcOrd="0" destOrd="1" presId="urn:microsoft.com/office/officeart/2018/5/layout/CenteredIconLabelDescriptionList"/>
    <dgm:cxn modelId="{FD838B17-2F2A-41EC-B725-7BE9AACED9A9}" type="presOf" srcId="{7D047F66-CD64-48CF-BE49-0F16E3B31E16}" destId="{27AB2917-8FF7-45C8-B9C6-C1B9F34BAF6A}" srcOrd="0" destOrd="2" presId="urn:microsoft.com/office/officeart/2018/5/layout/CenteredIconLabelDescriptionList"/>
    <dgm:cxn modelId="{F5452020-77B9-444E-A358-8610BB3AE40F}" type="presOf" srcId="{63971DD3-CE8E-4EF7-93E9-70409E9131B6}" destId="{380160F2-A6CB-4BD2-89E8-C3A1AAADB384}" srcOrd="0" destOrd="0" presId="urn:microsoft.com/office/officeart/2018/5/layout/CenteredIconLabelDescriptionList"/>
    <dgm:cxn modelId="{E4377E3B-07C3-47C5-A406-7A2F9275D423}" srcId="{63971DD3-CE8E-4EF7-93E9-70409E9131B6}" destId="{48128A5D-09A4-490F-970D-6464D8330E11}" srcOrd="1" destOrd="0" parTransId="{65A8E4CE-B845-4018-A26B-62CE01A9E60D}" sibTransId="{8900D991-FC28-4720-BEB6-0C4E17577271}"/>
    <dgm:cxn modelId="{B0D0B462-D14D-4903-A443-BB14D48E2101}" type="presOf" srcId="{0F9C9571-4F37-4664-ADA5-30A1215F9D26}" destId="{BB5FF6AD-C30D-4C0D-9CE4-22DA3EFADC4E}" srcOrd="0" destOrd="0" presId="urn:microsoft.com/office/officeart/2018/5/layout/CenteredIconLabelDescriptionList"/>
    <dgm:cxn modelId="{4A1AA363-AC0C-4C5E-B432-59D85D259ABF}" srcId="{48128A5D-09A4-490F-970D-6464D8330E11}" destId="{451AF6BF-1BD2-44D5-ADB0-296F1DAB903C}" srcOrd="1" destOrd="0" parTransId="{54F14C9B-F031-4863-8CFE-3922A77AEE1D}" sibTransId="{01A4F64B-1172-4777-A6A1-FA35D96CC5BA}"/>
    <dgm:cxn modelId="{A059416D-45D1-44FC-B034-B473DBD0D045}" srcId="{0F9C9571-4F37-4664-ADA5-30A1215F9D26}" destId="{7D047F66-CD64-48CF-BE49-0F16E3B31E16}" srcOrd="2" destOrd="0" parTransId="{FFB4A48D-F48D-45AE-BACD-59C68BB1A041}" sibTransId="{9DBFB9D8-BC3A-47E4-94AA-5CAFE53D7239}"/>
    <dgm:cxn modelId="{7C951A6E-29E0-4527-8D7F-B2D57C735D49}" type="presOf" srcId="{2DF9813D-D2DD-4559-BB41-7955AC97DD05}" destId="{27AB2917-8FF7-45C8-B9C6-C1B9F34BAF6A}" srcOrd="0" destOrd="0" presId="urn:microsoft.com/office/officeart/2018/5/layout/CenteredIconLabelDescriptionList"/>
    <dgm:cxn modelId="{7A1F0086-AD08-4CEC-A505-BC7F8BE61886}" type="presOf" srcId="{451AF6BF-1BD2-44D5-ADB0-296F1DAB903C}" destId="{AD4B7148-468E-4F5D-B350-C56DFC4DDE3B}" srcOrd="0" destOrd="1" presId="urn:microsoft.com/office/officeart/2018/5/layout/CenteredIconLabelDescriptionList"/>
    <dgm:cxn modelId="{F75AD18B-5BDD-4494-A042-DC46143DD1DA}" type="presOf" srcId="{48128A5D-09A4-490F-970D-6464D8330E11}" destId="{3A1993E1-A04B-4864-AA44-622541F7CD23}" srcOrd="0" destOrd="0" presId="urn:microsoft.com/office/officeart/2018/5/layout/CenteredIconLabelDescriptionList"/>
    <dgm:cxn modelId="{1776448E-FE8D-439B-B3A5-EFECB1F4C029}" type="presOf" srcId="{0AAD9C6B-3442-479C-A024-A5B19DBC81DB}" destId="{AD4B7148-468E-4F5D-B350-C56DFC4DDE3B}" srcOrd="0" destOrd="0" presId="urn:microsoft.com/office/officeart/2018/5/layout/CenteredIconLabelDescriptionList"/>
    <dgm:cxn modelId="{820C5CD1-9174-4F26-B0A6-D21271403CC2}" srcId="{48128A5D-09A4-490F-970D-6464D8330E11}" destId="{0AAD9C6B-3442-479C-A024-A5B19DBC81DB}" srcOrd="0" destOrd="0" parTransId="{7097D0DD-0F42-4082-920F-AEEFEC48B87E}" sibTransId="{B0D94213-9B99-4081-A20D-BAC41F92CC32}"/>
    <dgm:cxn modelId="{7F7A7BDC-2108-4ABF-A3DD-FDBA75D65B91}" srcId="{63971DD3-CE8E-4EF7-93E9-70409E9131B6}" destId="{0F9C9571-4F37-4664-ADA5-30A1215F9D26}" srcOrd="0" destOrd="0" parTransId="{7A9D28EC-2034-4964-8540-C0B5CD7AA2A4}" sibTransId="{A4340556-052E-464A-A597-67CFA4E8913B}"/>
    <dgm:cxn modelId="{5044E0E5-A254-4611-9511-5120D1C926FE}" srcId="{0F9C9571-4F37-4664-ADA5-30A1215F9D26}" destId="{2DF9813D-D2DD-4559-BB41-7955AC97DD05}" srcOrd="0" destOrd="0" parTransId="{823E6A2F-BEA2-4FB0-BA6B-49F49ADEF9A3}" sibTransId="{2BDDF116-395D-4B6E-840D-CE0BB480BB8E}"/>
    <dgm:cxn modelId="{3FBFA9F3-A51B-4883-99A5-6154F0EE5187}" type="presParOf" srcId="{380160F2-A6CB-4BD2-89E8-C3A1AAADB384}" destId="{455002B1-18BC-4C78-8E7D-F36A0FB5E66C}" srcOrd="0" destOrd="0" presId="urn:microsoft.com/office/officeart/2018/5/layout/CenteredIconLabelDescriptionList"/>
    <dgm:cxn modelId="{02188A04-1A28-4F30-A3A5-B0A0DE3793DE}" type="presParOf" srcId="{455002B1-18BC-4C78-8E7D-F36A0FB5E66C}" destId="{93B7FBEF-E4F6-46C0-A7E5-D4C07501A837}" srcOrd="0" destOrd="0" presId="urn:microsoft.com/office/officeart/2018/5/layout/CenteredIconLabelDescriptionList"/>
    <dgm:cxn modelId="{21C7C219-4241-4F2F-828F-76C2D1B217F0}" type="presParOf" srcId="{455002B1-18BC-4C78-8E7D-F36A0FB5E66C}" destId="{A5C606A3-1A08-4D30-B129-2ADA511BD44F}" srcOrd="1" destOrd="0" presId="urn:microsoft.com/office/officeart/2018/5/layout/CenteredIconLabelDescriptionList"/>
    <dgm:cxn modelId="{455FCBE2-F358-438D-9CB1-16E05968515E}" type="presParOf" srcId="{455002B1-18BC-4C78-8E7D-F36A0FB5E66C}" destId="{BB5FF6AD-C30D-4C0D-9CE4-22DA3EFADC4E}" srcOrd="2" destOrd="0" presId="urn:microsoft.com/office/officeart/2018/5/layout/CenteredIconLabelDescriptionList"/>
    <dgm:cxn modelId="{D8EE660C-D14F-4087-9F4B-E485BB33C29E}" type="presParOf" srcId="{455002B1-18BC-4C78-8E7D-F36A0FB5E66C}" destId="{581BA05E-7559-43DB-AB25-B918036D0FB9}" srcOrd="3" destOrd="0" presId="urn:microsoft.com/office/officeart/2018/5/layout/CenteredIconLabelDescriptionList"/>
    <dgm:cxn modelId="{68ABD712-3E6B-4FF4-A9BB-2732AA8CA285}" type="presParOf" srcId="{455002B1-18BC-4C78-8E7D-F36A0FB5E66C}" destId="{27AB2917-8FF7-45C8-B9C6-C1B9F34BAF6A}" srcOrd="4" destOrd="0" presId="urn:microsoft.com/office/officeart/2018/5/layout/CenteredIconLabelDescriptionList"/>
    <dgm:cxn modelId="{BCCC390C-D6D6-4C02-A1E1-796A142825BF}" type="presParOf" srcId="{380160F2-A6CB-4BD2-89E8-C3A1AAADB384}" destId="{05AE9C3B-BF18-48D2-A172-6A9C0179485B}" srcOrd="1" destOrd="0" presId="urn:microsoft.com/office/officeart/2018/5/layout/CenteredIconLabelDescriptionList"/>
    <dgm:cxn modelId="{E51E87C0-0BB8-41CC-A257-D5147774F41D}" type="presParOf" srcId="{380160F2-A6CB-4BD2-89E8-C3A1AAADB384}" destId="{3203EC59-DA07-4881-96F6-0A8785619D68}" srcOrd="2" destOrd="0" presId="urn:microsoft.com/office/officeart/2018/5/layout/CenteredIconLabelDescriptionList"/>
    <dgm:cxn modelId="{5B6FDE15-9817-4322-B0B1-C890763B89CD}" type="presParOf" srcId="{3203EC59-DA07-4881-96F6-0A8785619D68}" destId="{037098E3-2AD6-48C6-8D0F-A153F1BA0755}" srcOrd="0" destOrd="0" presId="urn:microsoft.com/office/officeart/2018/5/layout/CenteredIconLabelDescriptionList"/>
    <dgm:cxn modelId="{6FCE1C3A-A46B-45BB-8312-783C85B55C18}" type="presParOf" srcId="{3203EC59-DA07-4881-96F6-0A8785619D68}" destId="{FE3411D5-37EA-4D29-AC67-4ACB21437BCB}" srcOrd="1" destOrd="0" presId="urn:microsoft.com/office/officeart/2018/5/layout/CenteredIconLabelDescriptionList"/>
    <dgm:cxn modelId="{470B8F26-F55C-418A-9E0D-A11602BA4C3B}" type="presParOf" srcId="{3203EC59-DA07-4881-96F6-0A8785619D68}" destId="{3A1993E1-A04B-4864-AA44-622541F7CD23}" srcOrd="2" destOrd="0" presId="urn:microsoft.com/office/officeart/2018/5/layout/CenteredIconLabelDescriptionList"/>
    <dgm:cxn modelId="{80704928-5260-4DF8-BEE7-4D982A40A4B4}" type="presParOf" srcId="{3203EC59-DA07-4881-96F6-0A8785619D68}" destId="{A348DBF0-FB5E-4112-BE9B-9B85CFC0AD86}" srcOrd="3" destOrd="0" presId="urn:microsoft.com/office/officeart/2018/5/layout/CenteredIconLabelDescriptionList"/>
    <dgm:cxn modelId="{3CE9FC35-67DF-4FC0-B83B-D62310D7591E}" type="presParOf" srcId="{3203EC59-DA07-4881-96F6-0A8785619D68}" destId="{AD4B7148-468E-4F5D-B350-C56DFC4DDE3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1C8C9-F63E-4278-84FC-99329334991B}">
      <dsp:nvSpPr>
        <dsp:cNvPr id="0" name=""/>
        <dsp:cNvSpPr/>
      </dsp:nvSpPr>
      <dsp:spPr>
        <a:xfrm>
          <a:off x="4336" y="7949"/>
          <a:ext cx="1212549" cy="1212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79C1E-4788-44C4-93E9-B9F55BCD3916}">
      <dsp:nvSpPr>
        <dsp:cNvPr id="0" name=""/>
        <dsp:cNvSpPr/>
      </dsp:nvSpPr>
      <dsp:spPr>
        <a:xfrm>
          <a:off x="4336" y="1382616"/>
          <a:ext cx="3464425" cy="51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Objective: </a:t>
          </a:r>
          <a:endParaRPr lang="en-US" sz="3600" kern="1200"/>
        </a:p>
      </dsp:txBody>
      <dsp:txXfrm>
        <a:off x="4336" y="1382616"/>
        <a:ext cx="3464425" cy="519663"/>
      </dsp:txXfrm>
    </dsp:sp>
    <dsp:sp modelId="{920D1534-F600-4162-8215-94F8B8F72E3D}">
      <dsp:nvSpPr>
        <dsp:cNvPr id="0" name=""/>
        <dsp:cNvSpPr/>
      </dsp:nvSpPr>
      <dsp:spPr>
        <a:xfrm>
          <a:off x="4336" y="1977683"/>
          <a:ext cx="3464425" cy="1800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-Replace OID, OAM, SSO, FCDB, and SSO Admin Tools with a modern OpenLDAP-based platform to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Simplify identity architecture and reduce operational complexity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Improve security posture with modern encryption and hashing</a:t>
          </a:r>
        </a:p>
      </dsp:txBody>
      <dsp:txXfrm>
        <a:off x="4336" y="1977683"/>
        <a:ext cx="3464425" cy="1800447"/>
      </dsp:txXfrm>
    </dsp:sp>
    <dsp:sp modelId="{30C93909-F0A5-4D0D-B2A8-A74C3CA0F007}">
      <dsp:nvSpPr>
        <dsp:cNvPr id="0" name=""/>
        <dsp:cNvSpPr/>
      </dsp:nvSpPr>
      <dsp:spPr>
        <a:xfrm>
          <a:off x="4075037" y="7949"/>
          <a:ext cx="1212549" cy="1212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BDFA6-A59C-4C95-BFFD-70A127D7B8E5}">
      <dsp:nvSpPr>
        <dsp:cNvPr id="0" name=""/>
        <dsp:cNvSpPr/>
      </dsp:nvSpPr>
      <dsp:spPr>
        <a:xfrm>
          <a:off x="4075037" y="1382616"/>
          <a:ext cx="3464425" cy="51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Status:</a:t>
          </a:r>
          <a:endParaRPr lang="en-US" sz="3600" kern="1200"/>
        </a:p>
      </dsp:txBody>
      <dsp:txXfrm>
        <a:off x="4075037" y="1382616"/>
        <a:ext cx="3464425" cy="519663"/>
      </dsp:txXfrm>
    </dsp:sp>
    <dsp:sp modelId="{104F656C-89C1-4B4A-B724-79B6C336F4E2}">
      <dsp:nvSpPr>
        <dsp:cNvPr id="0" name=""/>
        <dsp:cNvSpPr/>
      </dsp:nvSpPr>
      <dsp:spPr>
        <a:xfrm>
          <a:off x="4075037" y="1977683"/>
          <a:ext cx="3464425" cy="1800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 panose="020F0502020204030204"/>
              <a:ea typeface="+mn-ea"/>
              <a:cs typeface="+mn-cs"/>
            </a:rPr>
            <a:t>-90% Analysis completed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 panose="020F0502020204030204"/>
              <a:ea typeface="+mn-ea"/>
              <a:cs typeface="+mn-cs"/>
            </a:rPr>
            <a:t>-Architecture implemented in the development environment 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 panose="020F0502020204030204"/>
              <a:ea typeface="+mn-ea"/>
              <a:cs typeface="+mn-cs"/>
            </a:rPr>
            <a:t>-POC for migration completed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 panose="020F0502020204030204"/>
              <a:ea typeface="+mn-ea"/>
              <a:cs typeface="+mn-cs"/>
            </a:rPr>
            <a:t>-Design 70%</a:t>
          </a:r>
        </a:p>
      </dsp:txBody>
      <dsp:txXfrm>
        <a:off x="4075037" y="1977683"/>
        <a:ext cx="3464425" cy="1800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CEFDE-A1D1-4B5A-8B3A-0BF97C7ADC07}">
      <dsp:nvSpPr>
        <dsp:cNvPr id="0" name=""/>
        <dsp:cNvSpPr/>
      </dsp:nvSpPr>
      <dsp:spPr>
        <a:xfrm>
          <a:off x="459917" y="1059810"/>
          <a:ext cx="749882" cy="749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38D79-18D4-43D9-BD9F-7F40F0224B1D}">
      <dsp:nvSpPr>
        <dsp:cNvPr id="0" name=""/>
        <dsp:cNvSpPr/>
      </dsp:nvSpPr>
      <dsp:spPr>
        <a:xfrm>
          <a:off x="1655" y="2059707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Removal of unused and sensitive legacy attributes</a:t>
          </a:r>
        </a:p>
      </dsp:txBody>
      <dsp:txXfrm>
        <a:off x="1655" y="2059707"/>
        <a:ext cx="1666406" cy="666562"/>
      </dsp:txXfrm>
    </dsp:sp>
    <dsp:sp modelId="{99B62A6C-211C-40DB-A6E8-EDF4A9FBB68D}">
      <dsp:nvSpPr>
        <dsp:cNvPr id="0" name=""/>
        <dsp:cNvSpPr/>
      </dsp:nvSpPr>
      <dsp:spPr>
        <a:xfrm>
          <a:off x="2417944" y="1059810"/>
          <a:ext cx="749882" cy="749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3B5CB-B2A4-42D3-80C3-4EE700DDBB18}">
      <dsp:nvSpPr>
        <dsp:cNvPr id="0" name=""/>
        <dsp:cNvSpPr/>
      </dsp:nvSpPr>
      <dsp:spPr>
        <a:xfrm>
          <a:off x="1959683" y="2059707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Mapping to standard LDAP attributes</a:t>
          </a:r>
        </a:p>
      </dsp:txBody>
      <dsp:txXfrm>
        <a:off x="1959683" y="2059707"/>
        <a:ext cx="1666406" cy="666562"/>
      </dsp:txXfrm>
    </dsp:sp>
    <dsp:sp modelId="{F10EE249-2859-4561-BD89-A1AA42903EFE}">
      <dsp:nvSpPr>
        <dsp:cNvPr id="0" name=""/>
        <dsp:cNvSpPr/>
      </dsp:nvSpPr>
      <dsp:spPr>
        <a:xfrm>
          <a:off x="4375972" y="1059810"/>
          <a:ext cx="749882" cy="749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95C45-391D-4C5D-A606-54CBE7DCA3A7}">
      <dsp:nvSpPr>
        <dsp:cNvPr id="0" name=""/>
        <dsp:cNvSpPr/>
      </dsp:nvSpPr>
      <dsp:spPr>
        <a:xfrm>
          <a:off x="3917710" y="2059707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Reduced directory footprint</a:t>
          </a:r>
        </a:p>
      </dsp:txBody>
      <dsp:txXfrm>
        <a:off x="3917710" y="2059707"/>
        <a:ext cx="1666406" cy="666562"/>
      </dsp:txXfrm>
    </dsp:sp>
    <dsp:sp modelId="{0D26A4C9-E750-4D4C-A066-21EAC74A032B}">
      <dsp:nvSpPr>
        <dsp:cNvPr id="0" name=""/>
        <dsp:cNvSpPr/>
      </dsp:nvSpPr>
      <dsp:spPr>
        <a:xfrm>
          <a:off x="6333999" y="1059810"/>
          <a:ext cx="749882" cy="749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2053E-927C-4CC2-BF67-258BA4F854DF}">
      <dsp:nvSpPr>
        <dsp:cNvPr id="0" name=""/>
        <dsp:cNvSpPr/>
      </dsp:nvSpPr>
      <dsp:spPr>
        <a:xfrm>
          <a:off x="5875737" y="2059707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Improved performance and compliance</a:t>
          </a:r>
        </a:p>
      </dsp:txBody>
      <dsp:txXfrm>
        <a:off x="5875737" y="2059707"/>
        <a:ext cx="1666406" cy="666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7FBEF-E4F6-46C0-A7E5-D4C07501A837}">
      <dsp:nvSpPr>
        <dsp:cNvPr id="0" name=""/>
        <dsp:cNvSpPr/>
      </dsp:nvSpPr>
      <dsp:spPr>
        <a:xfrm>
          <a:off x="1127692" y="288300"/>
          <a:ext cx="1213734" cy="12137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FF6AD-C30D-4C0D-9CE4-22DA3EFADC4E}">
      <dsp:nvSpPr>
        <dsp:cNvPr id="0" name=""/>
        <dsp:cNvSpPr/>
      </dsp:nvSpPr>
      <dsp:spPr>
        <a:xfrm>
          <a:off x="653" y="1640042"/>
          <a:ext cx="3467812" cy="52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Phase 1 – Pilot:</a:t>
          </a:r>
        </a:p>
      </dsp:txBody>
      <dsp:txXfrm>
        <a:off x="653" y="1640042"/>
        <a:ext cx="3467812" cy="520171"/>
      </dsp:txXfrm>
    </dsp:sp>
    <dsp:sp modelId="{27AB2917-8FF7-45C8-B9C6-C1B9F34BAF6A}">
      <dsp:nvSpPr>
        <dsp:cNvPr id="0" name=""/>
        <dsp:cNvSpPr/>
      </dsp:nvSpPr>
      <dsp:spPr>
        <a:xfrm>
          <a:off x="653" y="2224403"/>
          <a:ext cx="3467812" cy="127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Internal staff pilot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Banki pilot environment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Functional, security, and performance validation</a:t>
          </a:r>
        </a:p>
      </dsp:txBody>
      <dsp:txXfrm>
        <a:off x="653" y="2224403"/>
        <a:ext cx="3467812" cy="1273375"/>
      </dsp:txXfrm>
    </dsp:sp>
    <dsp:sp modelId="{037098E3-2AD6-48C6-8D0F-A153F1BA0755}">
      <dsp:nvSpPr>
        <dsp:cNvPr id="0" name=""/>
        <dsp:cNvSpPr/>
      </dsp:nvSpPr>
      <dsp:spPr>
        <a:xfrm>
          <a:off x="5202372" y="288300"/>
          <a:ext cx="1213734" cy="12137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993E1-A04B-4864-AA44-622541F7CD23}">
      <dsp:nvSpPr>
        <dsp:cNvPr id="0" name=""/>
        <dsp:cNvSpPr/>
      </dsp:nvSpPr>
      <dsp:spPr>
        <a:xfrm>
          <a:off x="4075333" y="1640042"/>
          <a:ext cx="3467812" cy="520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Phase 2 – Full Rollout:</a:t>
          </a:r>
        </a:p>
      </dsp:txBody>
      <dsp:txXfrm>
        <a:off x="4075333" y="1640042"/>
        <a:ext cx="3467812" cy="520171"/>
      </dsp:txXfrm>
    </dsp:sp>
    <dsp:sp modelId="{AD4B7148-468E-4F5D-B350-C56DFC4DDE3B}">
      <dsp:nvSpPr>
        <dsp:cNvPr id="0" name=""/>
        <dsp:cNvSpPr/>
      </dsp:nvSpPr>
      <dsp:spPr>
        <a:xfrm>
          <a:off x="4075333" y="2224403"/>
          <a:ext cx="3467812" cy="127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full rollout for customer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Decommission legacy components after stabilization</a:t>
          </a:r>
        </a:p>
      </dsp:txBody>
      <dsp:txXfrm>
        <a:off x="4075333" y="2224403"/>
        <a:ext cx="3467812" cy="1273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28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62856804-99DC-60C5-C7E3-5B3D41A401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2"/>
            <a:ext cx="774700" cy="79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0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89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9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1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7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7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7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2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CFC9789-57F4-4B9C-ABAA-6F7C8BAD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54F538-07DE-4652-B506-5D16E3EB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3D56195-A6AC-4958-8B87-F7D00935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05A42EF-68E6-4808-81CD-E5ABD0E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8763" y="634946"/>
            <a:ext cx="3845379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OID to Open LDAP Modernization Program Design review 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0D32071D-4DAA-E5F1-EE4B-632ECC472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94" y="1228200"/>
            <a:ext cx="4024221" cy="4148042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4A154E-1950-4755-A5FC-5998EE0CC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8763" y="2086188"/>
            <a:ext cx="35616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4808763" y="2198914"/>
            <a:ext cx="3845379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Replacing Legacy Identity Stack with Secure, Scalable LDAP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11,June,2026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E9C285-56FB-4B36-8ECA-C2D6596A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7C076B-00B1-4629-B27F-A86F9885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F53311A5-99DE-4393-9A6A-668B1A50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927983-BFBD-4CAA-A34E-2D3486A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4193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40DF401-E6F0-4EFD-8C5C-68473520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99A55D-531A-2684-58EF-DCBE8F29CE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15373931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Multiple identity components:</a:t>
            </a:r>
          </a:p>
          <a:p>
            <a:pPr lvl="1"/>
            <a:r>
              <a:rPr dirty="0"/>
              <a:t>• OID</a:t>
            </a:r>
          </a:p>
          <a:p>
            <a:pPr lvl="1"/>
            <a:r>
              <a:rPr dirty="0"/>
              <a:t>• OAM</a:t>
            </a:r>
          </a:p>
          <a:p>
            <a:pPr lvl="1"/>
            <a:r>
              <a:rPr dirty="0"/>
              <a:t>• SSO + FCDB</a:t>
            </a:r>
          </a:p>
          <a:p>
            <a:pPr lvl="1"/>
            <a:r>
              <a:rPr dirty="0"/>
              <a:t>• SSO Admin Tools</a:t>
            </a:r>
          </a:p>
          <a:p>
            <a:endParaRPr dirty="0"/>
          </a:p>
          <a:p>
            <a:r>
              <a:rPr dirty="0"/>
              <a:t>Key challenges:</a:t>
            </a:r>
          </a:p>
          <a:p>
            <a:pPr lvl="1"/>
            <a:r>
              <a:rPr dirty="0"/>
              <a:t>• High operational overhead</a:t>
            </a:r>
          </a:p>
          <a:p>
            <a:pPr lvl="1"/>
            <a:r>
              <a:rPr dirty="0"/>
              <a:t>• Redundant and unused identity data</a:t>
            </a:r>
          </a:p>
          <a:p>
            <a:pPr lvl="1"/>
            <a:r>
              <a:rPr dirty="0"/>
              <a:t>• Deprecated password hashing (SHA-1)</a:t>
            </a:r>
          </a:p>
          <a:p>
            <a:pPr lvl="1"/>
            <a:r>
              <a:rPr dirty="0"/>
              <a:t>• Fragmented administration and governance</a:t>
            </a:r>
          </a:p>
          <a:p>
            <a:pPr lvl="1"/>
            <a:r>
              <a:rPr dirty="0"/>
              <a:t>• Limited flexibility for future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0DF1-80E4-2C38-EBDB-57770B3F0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2E46-BA1A-0256-9FAA-A2968C493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Installation and Configuration of </a:t>
            </a:r>
            <a:r>
              <a:rPr lang="en-US" dirty="0" err="1"/>
              <a:t>OpenLDAP</a:t>
            </a:r>
            <a:br>
              <a:rPr lang="en-US" dirty="0"/>
            </a:br>
            <a:r>
              <a:rPr lang="en-US" dirty="0"/>
              <a:t>   Deploy and configure </a:t>
            </a:r>
            <a:r>
              <a:rPr lang="en-US" dirty="0" err="1"/>
              <a:t>OpenLDAP</a:t>
            </a:r>
            <a:r>
              <a:rPr lang="en-US" dirty="0"/>
              <a:t> on a Linux platform, with a   preference for Red Hat Enterprise Linux (RHEL), in accordance with enterprise security and operational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Middleware (MW) API Integration</a:t>
            </a:r>
            <a:br>
              <a:rPr lang="en-US" dirty="0"/>
            </a:br>
            <a:r>
              <a:rPr lang="en-US" dirty="0"/>
              <a:t>    Enable and support integration with middleware systems through secure and standardized APIs to facilitate authentication and identity-related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4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6B6F-6CDF-D9FD-8A44-E43F11E2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45654-50DB-850F-812F-D5018F9FE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CAE to provides VM and operating system installation and Hardening.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 load balancing (VIP/DNS cutover) is out of 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and load testing is out of 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CAE to provide VM replication setup for DR 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CAE to provide infrastructure, OS, and certificates.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Failover at DR site is triggered and managed by CAE DR procedures however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direct LDAP replication between main and DR 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Migration strategy for data from the existing OID to the </a:t>
            </a:r>
            <a:r>
              <a:rPr lang="en-US" dirty="0" err="1"/>
              <a:t>openLDAP</a:t>
            </a:r>
            <a:r>
              <a:rPr lang="en-US" dirty="0"/>
              <a:t> to be defined during the design phase.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Any document requiring approval by CAE to be approved within 3 business days.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34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Target State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484124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dirty="0" err="1"/>
              <a:t>OpenLDAP</a:t>
            </a:r>
            <a:r>
              <a:rPr dirty="0"/>
              <a:t> as the single authoritative identity 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CRM</a:t>
            </a:r>
            <a:r>
              <a:rPr lang="en-US" dirty="0"/>
              <a:t> or NCT</a:t>
            </a:r>
            <a:r>
              <a:rPr dirty="0"/>
              <a:t> as the central </a:t>
            </a:r>
            <a:r>
              <a:rPr lang="en-US" dirty="0"/>
              <a:t>customer</a:t>
            </a:r>
            <a:r>
              <a:rPr dirty="0"/>
              <a:t> administration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API-based integration for all consuming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Secure-by-design configuration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LDAPS enforced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Strong password hashing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Centralized logging and monitoring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B98BA06E-C9AD-9D2B-6C7F-9E08BF143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427" y="2476158"/>
            <a:ext cx="2351332" cy="2351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OpenLDAP Architecture</a:t>
            </a:r>
          </a:p>
        </p:txBody>
      </p:sp>
      <p:pic>
        <p:nvPicPr>
          <p:cNvPr id="13" name="Content Placeholder 12" descr="A diagram of a network">
            <a:extLst>
              <a:ext uri="{FF2B5EF4-FFF2-40B4-BE49-F238E27FC236}">
                <a16:creationId xmlns:a16="http://schemas.microsoft.com/office/drawing/2014/main" id="{C0040ECD-98D9-A148-DD7B-A95CBBD8E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645" y="1824446"/>
            <a:ext cx="5618355" cy="4494684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FB1E-B02F-1DE5-FAE3-88199F61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FECF-589B-0359-4489-DD3E4436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OpenLDAP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926E-2020-902A-38AB-A55174812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927849" cy="4317322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Platform: Red Hat Enterprise Linux</a:t>
            </a:r>
          </a:p>
          <a:p>
            <a:endParaRPr sz="2400" dirty="0"/>
          </a:p>
          <a:p>
            <a:r>
              <a:rPr sz="2400" dirty="0"/>
              <a:t>Topology:</a:t>
            </a:r>
          </a:p>
          <a:p>
            <a:pPr lvl="1"/>
            <a:r>
              <a:rPr sz="2000" dirty="0"/>
              <a:t>2 Masters (Mirror Mode)</a:t>
            </a:r>
          </a:p>
          <a:p>
            <a:pPr lvl="1"/>
            <a:r>
              <a:rPr sz="2000" dirty="0"/>
              <a:t>2 Read Replicas</a:t>
            </a:r>
          </a:p>
          <a:p>
            <a:endParaRPr sz="2400" dirty="0"/>
          </a:p>
          <a:p>
            <a:r>
              <a:rPr sz="2400" dirty="0"/>
              <a:t>Benefits:</a:t>
            </a:r>
          </a:p>
          <a:p>
            <a:pPr lvl="1"/>
            <a:r>
              <a:rPr sz="2000" dirty="0"/>
              <a:t>Load distribution</a:t>
            </a:r>
          </a:p>
          <a:p>
            <a:pPr lvl="1"/>
            <a:r>
              <a:rPr sz="2000" dirty="0"/>
              <a:t>No single point of failure</a:t>
            </a:r>
          </a:p>
          <a:p>
            <a:pPr lvl="1"/>
            <a:r>
              <a:rPr sz="2000" dirty="0"/>
              <a:t>Horizontal scalability</a:t>
            </a:r>
            <a:endParaRPr lang="en-US" sz="2000" dirty="0"/>
          </a:p>
          <a:p>
            <a:pPr lvl="1"/>
            <a:r>
              <a:rPr lang="en-US" sz="2000" dirty="0"/>
              <a:t>High availability</a:t>
            </a:r>
          </a:p>
          <a:p>
            <a:pPr lvl="1"/>
            <a:r>
              <a:rPr lang="en-US" sz="2000" dirty="0"/>
              <a:t>Data consistency 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06852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Directory Structure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8" y="1845734"/>
            <a:ext cx="7882129" cy="4445338"/>
          </a:xfrm>
        </p:spPr>
        <p:txBody>
          <a:bodyPr>
            <a:normAutofit/>
          </a:bodyPr>
          <a:lstStyle/>
          <a:p>
            <a:r>
              <a:rPr lang="en-US" sz="2400" dirty="0"/>
              <a:t>Logical separation of identities using OUs:</a:t>
            </a:r>
          </a:p>
          <a:p>
            <a:pPr lvl="1"/>
            <a:r>
              <a:rPr lang="en-US" sz="2000" dirty="0" err="1"/>
              <a:t>ou</a:t>
            </a:r>
            <a:r>
              <a:rPr lang="en-US" sz="2000" dirty="0"/>
              <a:t>=users</a:t>
            </a:r>
          </a:p>
          <a:p>
            <a:pPr lvl="1"/>
            <a:r>
              <a:rPr lang="en-US" sz="2000" dirty="0" err="1"/>
              <a:t>ou</a:t>
            </a:r>
            <a:r>
              <a:rPr lang="en-US" sz="2000" dirty="0"/>
              <a:t>=admins</a:t>
            </a:r>
          </a:p>
          <a:p>
            <a:pPr lvl="1"/>
            <a:r>
              <a:rPr lang="en-US" sz="2000" dirty="0" err="1"/>
              <a:t>ou</a:t>
            </a:r>
            <a:r>
              <a:rPr lang="en-US" sz="2000" dirty="0"/>
              <a:t>=systems</a:t>
            </a:r>
          </a:p>
          <a:p>
            <a:r>
              <a:rPr lang="en-US" sz="2400" dirty="0"/>
              <a:t>Clear separation of concerns:</a:t>
            </a:r>
          </a:p>
          <a:p>
            <a:pPr lvl="1"/>
            <a:r>
              <a:rPr lang="en-US" sz="2000" dirty="0"/>
              <a:t>End users</a:t>
            </a:r>
          </a:p>
          <a:p>
            <a:pPr lvl="1"/>
            <a:r>
              <a:rPr lang="en-US" sz="2000" dirty="0"/>
              <a:t>Administrative users</a:t>
            </a:r>
          </a:p>
          <a:p>
            <a:pPr lvl="1"/>
            <a:r>
              <a:rPr lang="en-US" sz="2000" dirty="0"/>
              <a:t>System/service accounts</a:t>
            </a:r>
          </a:p>
          <a:p>
            <a:r>
              <a:rPr lang="en-US" sz="2400" dirty="0"/>
              <a:t>Improves security, governance, and auditing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59784" cy="431122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Secure LDAP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Enforce LDAPS for all LDAP communications to ensure encrypted data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Operating System Hardening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Implement Red Hat Enterprise Linux hardening in alignment with CAE security baselines and best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Least-Privilege Access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Apply a least-privilege access model across all integrations to minimize security exposure.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Role-Based Password Policies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Enforce differentiated password policies for end users, administrators, and service accounts.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Strong Password Hashing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Utilize industry-standard strong hashing algorithms to securely store credentials.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Audit and Logging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Enable comprehensive auditing and logging for all authentication and directory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SIEM Integration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Support integration with SIEM platforms through Syslog for centralized monitoring and security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&amp; Policy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• Legacy OID passwords migrated successfully</a:t>
            </a:r>
          </a:p>
          <a:p>
            <a:r>
              <a:rPr dirty="0"/>
              <a:t>• Current state: SHA</a:t>
            </a:r>
            <a:r>
              <a:rPr lang="en-US" dirty="0"/>
              <a:t>1 </a:t>
            </a:r>
            <a:r>
              <a:rPr dirty="0"/>
              <a:t>-based hashing (legacy compatibility)</a:t>
            </a:r>
          </a:p>
          <a:p>
            <a:endParaRPr dirty="0"/>
          </a:p>
          <a:p>
            <a:r>
              <a:rPr dirty="0"/>
              <a:t>Post go-live enhancement:</a:t>
            </a:r>
          </a:p>
          <a:p>
            <a:r>
              <a:rPr dirty="0"/>
              <a:t>• Upgrade to modern hashing (SHA-2</a:t>
            </a:r>
            <a:r>
              <a:rPr lang="en-US" dirty="0"/>
              <a:t>56</a:t>
            </a:r>
            <a:r>
              <a:rPr dirty="0"/>
              <a:t> / 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Password policies defined for:</a:t>
            </a:r>
          </a:p>
          <a:p>
            <a:r>
              <a:rPr dirty="0"/>
              <a:t>• End users</a:t>
            </a:r>
          </a:p>
          <a:p>
            <a:r>
              <a:rPr dirty="0"/>
              <a:t>• Admin users</a:t>
            </a:r>
          </a:p>
          <a:p>
            <a:r>
              <a:rPr dirty="0"/>
              <a:t>• System/service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dirty="0"/>
              <a:t>Enhancements from Legacy OID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600A95-E5F2-F285-841A-6AFF62773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69743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CRM</a:t>
            </a:r>
            <a:r>
              <a:rPr lang="en-US" dirty="0"/>
              <a:t>/NCT </a:t>
            </a:r>
            <a:r>
              <a:rPr dirty="0"/>
              <a:t>-Centric </a:t>
            </a:r>
            <a:r>
              <a:rPr lang="en-US" dirty="0"/>
              <a:t>Customer 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All </a:t>
            </a:r>
            <a:r>
              <a:rPr lang="en-US" dirty="0"/>
              <a:t>customer related action to be </a:t>
            </a:r>
            <a:r>
              <a:rPr dirty="0"/>
              <a:t> moved to CRM</a:t>
            </a:r>
            <a:r>
              <a:rPr lang="en-US" dirty="0"/>
              <a:t>/NCT</a:t>
            </a:r>
            <a:endParaRPr dirty="0"/>
          </a:p>
          <a:p>
            <a:r>
              <a:rPr dirty="0"/>
              <a:t>  – SSO administration</a:t>
            </a:r>
          </a:p>
          <a:p>
            <a:r>
              <a:rPr dirty="0"/>
              <a:t>  – OAM-related workflows</a:t>
            </a:r>
          </a:p>
          <a:p>
            <a:r>
              <a:rPr dirty="0"/>
              <a:t>  – Call center identity functions</a:t>
            </a:r>
          </a:p>
          <a:p>
            <a:r>
              <a:rPr dirty="0"/>
              <a:t>  – Digital channel identity operations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OpenLDAP</a:t>
            </a:r>
            <a:r>
              <a:rPr dirty="0"/>
              <a:t> </a:t>
            </a:r>
            <a:r>
              <a:rPr lang="en-US" dirty="0"/>
              <a:t> related data to be </a:t>
            </a:r>
            <a:r>
              <a:rPr dirty="0"/>
              <a:t>exposed via Middleware APIs</a:t>
            </a:r>
          </a:p>
          <a:p>
            <a:r>
              <a:rPr dirty="0"/>
              <a:t>• LDAP acts as backend identity 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Each connected system has its own LDAP admin/service account</a:t>
            </a:r>
          </a:p>
          <a:p>
            <a:r>
              <a:rPr dirty="0"/>
              <a:t>• Dedicated permissions and scope per system</a:t>
            </a:r>
            <a:endParaRPr lang="en-US" dirty="0"/>
          </a:p>
          <a:p>
            <a:endParaRPr dirty="0"/>
          </a:p>
          <a:p>
            <a:endParaRPr dirty="0"/>
          </a:p>
          <a:p>
            <a:r>
              <a:rPr b="1" dirty="0"/>
              <a:t>Benefits:</a:t>
            </a:r>
          </a:p>
          <a:p>
            <a:r>
              <a:rPr dirty="0"/>
              <a:t>• Strong isolation</a:t>
            </a:r>
          </a:p>
          <a:p>
            <a:r>
              <a:rPr dirty="0"/>
              <a:t>• Reduced risk exposure</a:t>
            </a:r>
          </a:p>
          <a:p>
            <a:r>
              <a:rPr dirty="0"/>
              <a:t>• Simplified audit and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SIEM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Syslog enabled on </a:t>
            </a:r>
            <a:r>
              <a:rPr dirty="0" err="1"/>
              <a:t>OpenLDAP</a:t>
            </a:r>
            <a:endParaRPr dirty="0"/>
          </a:p>
          <a:p>
            <a:r>
              <a:rPr dirty="0"/>
              <a:t>• Authentication and access logs forwarded to SIEM</a:t>
            </a:r>
          </a:p>
          <a:p>
            <a:endParaRPr dirty="0"/>
          </a:p>
          <a:p>
            <a:r>
              <a:rPr dirty="0"/>
              <a:t>Enables:</a:t>
            </a:r>
          </a:p>
          <a:p>
            <a:r>
              <a:rPr dirty="0"/>
              <a:t>• Security monitoring</a:t>
            </a:r>
          </a:p>
          <a:p>
            <a:r>
              <a:rPr dirty="0"/>
              <a:t>• Incident detection</a:t>
            </a:r>
          </a:p>
          <a:p>
            <a:r>
              <a:rPr dirty="0"/>
              <a:t>• Audit and compliance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Approach </a:t>
            </a:r>
          </a:p>
          <a:p>
            <a:r>
              <a:rPr lang="en-US" b="1" dirty="0"/>
              <a:t>User Migration from OID to </a:t>
            </a:r>
            <a:r>
              <a:rPr lang="en-US" b="1" dirty="0" err="1"/>
              <a:t>OpenLDAP</a:t>
            </a:r>
            <a:br>
              <a:rPr lang="en-US" dirty="0"/>
            </a:br>
            <a:r>
              <a:rPr lang="en-US" dirty="0"/>
              <a:t>Migrate user accounts from Oracle Internet Directory (OID) to </a:t>
            </a:r>
            <a:r>
              <a:rPr lang="en-US" dirty="0" err="1"/>
              <a:t>OpenLDAP</a:t>
            </a:r>
            <a:r>
              <a:rPr lang="en-US" dirty="0"/>
              <a:t> using an LDIF-based ETL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The new password Hashing will be applied after migration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The password history can’t be migrated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Key Benefits</a:t>
            </a:r>
            <a:endParaRPr lang="ar-EG" sz="22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Single Centralized Directory</a:t>
            </a:r>
            <a:br>
              <a:rPr lang="en-US" dirty="0"/>
            </a:br>
            <a:r>
              <a:rPr lang="en-US" dirty="0"/>
              <a:t>Establish a single source of truth for all user identities.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Reduced Middleware Load</a:t>
            </a:r>
            <a:br>
              <a:rPr lang="en-US" dirty="0"/>
            </a:br>
            <a:r>
              <a:rPr lang="en-US" dirty="0"/>
              <a:t>Minimize dependency on middleware for identity resolution and synchronization.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Improved Customer Login Performance</a:t>
            </a:r>
            <a:br>
              <a:rPr lang="en-US" dirty="0"/>
            </a:br>
            <a:r>
              <a:rPr lang="en-US" dirty="0"/>
              <a:t>Enable faster and more efficient customer authentication processes.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Immediate Legacy Decommissioning</a:t>
            </a:r>
            <a:br>
              <a:rPr lang="en-US" dirty="0"/>
            </a:br>
            <a:r>
              <a:rPr lang="en-US" dirty="0"/>
              <a:t>Allow prompt decommissioning of legacy identity systems, reducing cost and operational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Go-Live Approach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02E369-E0AB-BF8C-9BBF-6B823A6BF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832196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&amp; Technical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Simplified identity landscape</a:t>
            </a:r>
          </a:p>
          <a:p>
            <a:r>
              <a:t>• Reduced licensing and operational costs</a:t>
            </a:r>
          </a:p>
          <a:p>
            <a:r>
              <a:t>• Improved security compliance</a:t>
            </a:r>
          </a:p>
          <a:p>
            <a:r>
              <a:t>• Scalable and future-ready architecture</a:t>
            </a:r>
          </a:p>
          <a:p>
            <a:r>
              <a:t>• Clear ownership and governance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354D24-1A94-2901-F9DD-F2A3C255A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2149254"/>
            <a:ext cx="7633064" cy="3546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the Analysis and Design Phases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all analysis and solution design activities.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the Project Plan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 scope, timelines, milestones, and responsibilities.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 Design Deliverables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formally approve the analysis and design documentation.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the Testing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Provision the testing environment and implement the agreed communication matrix.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Initiate Implementation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Commence the implementation phase in accordance with the approved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6FA3A9"/>
      </a:accent1>
      <a:accent2>
        <a:srgbClr val="6FA3A9"/>
      </a:accent2>
      <a:accent3>
        <a:srgbClr val="C1EDFB"/>
      </a:accent3>
      <a:accent4>
        <a:srgbClr val="6FA3A9"/>
      </a:accent4>
      <a:accent5>
        <a:srgbClr val="4AB5C4"/>
      </a:accent5>
      <a:accent6>
        <a:srgbClr val="0989B1"/>
      </a:accent6>
      <a:hlink>
        <a:srgbClr val="6FA3A9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4210</TotalTime>
  <Words>993</Words>
  <Application>Microsoft Office PowerPoint</Application>
  <PresentationFormat>On-screen Show (4:3)</PresentationFormat>
  <Paragraphs>161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Retrospect</vt:lpstr>
      <vt:lpstr>OID to Open LDAP Modernization Program Design review </vt:lpstr>
      <vt:lpstr>Executive Summary</vt:lpstr>
      <vt:lpstr>Overview</vt:lpstr>
      <vt:lpstr>Program Scope</vt:lpstr>
      <vt:lpstr>Out of Scope</vt:lpstr>
      <vt:lpstr>Target State Overview</vt:lpstr>
      <vt:lpstr>OpenLDAP Architecture</vt:lpstr>
      <vt:lpstr>OpenLDAP Architecture</vt:lpstr>
      <vt:lpstr>Directory Structure Design</vt:lpstr>
      <vt:lpstr>Security Architecture</vt:lpstr>
      <vt:lpstr>Password &amp; Policy Management</vt:lpstr>
      <vt:lpstr>Enhancements from Legacy OID</vt:lpstr>
      <vt:lpstr>CRM/NCT -Centric Customer approach</vt:lpstr>
      <vt:lpstr>Integration Model</vt:lpstr>
      <vt:lpstr>Monitoring &amp; SIEM Integration</vt:lpstr>
      <vt:lpstr>Migration Strategy</vt:lpstr>
      <vt:lpstr>Go-Live Approach</vt:lpstr>
      <vt:lpstr>Key Business &amp; Technical Benefits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Mostafa El Kady</cp:lastModifiedBy>
  <cp:revision>15</cp:revision>
  <dcterms:created xsi:type="dcterms:W3CDTF">2013-01-27T09:14:16Z</dcterms:created>
  <dcterms:modified xsi:type="dcterms:W3CDTF">2026-01-14T13:14:22Z</dcterms:modified>
  <cp:category/>
</cp:coreProperties>
</file>